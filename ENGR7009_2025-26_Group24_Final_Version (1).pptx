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1" r:id="rId4"/>
  </p:sldMasterIdLst>
  <p:notesMasterIdLst>
    <p:notesMasterId r:id="rId19"/>
  </p:notesMasterIdLst>
  <p:sldIdLst>
    <p:sldId id="268" r:id="rId5"/>
    <p:sldId id="270" r:id="rId6"/>
    <p:sldId id="259" r:id="rId7"/>
    <p:sldId id="295" r:id="rId8"/>
    <p:sldId id="296" r:id="rId9"/>
    <p:sldId id="289" r:id="rId10"/>
    <p:sldId id="282" r:id="rId11"/>
    <p:sldId id="280" r:id="rId12"/>
    <p:sldId id="292" r:id="rId13"/>
    <p:sldId id="285" r:id="rId14"/>
    <p:sldId id="279" r:id="rId15"/>
    <p:sldId id="297" r:id="rId16"/>
    <p:sldId id="294" r:id="rId17"/>
    <p:sldId id="287"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A92E"/>
    <a:srgbClr val="C66D2B"/>
    <a:srgbClr val="C56A2A"/>
    <a:srgbClr val="F9C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FAA8F-AFF9-492D-8D7B-DDBDD9FA287B}" v="264" dt="2025-11-21T18:22:25.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3529" autoAdjust="0"/>
  </p:normalViewPr>
  <p:slideViewPr>
    <p:cSldViewPr snapToGrid="0">
      <p:cViewPr varScale="1">
        <p:scale>
          <a:sx n="91" d="100"/>
          <a:sy n="91" d="100"/>
        </p:scale>
        <p:origin x="1234" y="62"/>
      </p:cViewPr>
      <p:guideLst>
        <p:guide orient="horz" pos="162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NSECA LORIS" userId="fa4d75a3-5e48-4544-acad-017c364cc9a5" providerId="ADAL" clId="{B7C3D1B5-4B1D-4989-8F79-D935EB4B3DD4}"/>
    <pc:docChg chg="undo redo custSel addSld delSld modSld sldOrd">
      <pc:chgData name="FONSECA LORIS" userId="fa4d75a3-5e48-4544-acad-017c364cc9a5" providerId="ADAL" clId="{B7C3D1B5-4B1D-4989-8F79-D935EB4B3DD4}" dt="2025-11-22T14:29:55.407" v="6747" actId="404"/>
      <pc:docMkLst>
        <pc:docMk/>
      </pc:docMkLst>
      <pc:sldChg chg="addSp delSp modSp mod">
        <pc:chgData name="FONSECA LORIS" userId="fa4d75a3-5e48-4544-acad-017c364cc9a5" providerId="ADAL" clId="{B7C3D1B5-4B1D-4989-8F79-D935EB4B3DD4}" dt="2025-11-01T18:17:30.473" v="2956" actId="1076"/>
        <pc:sldMkLst>
          <pc:docMk/>
          <pc:sldMk cId="1296808929" sldId="259"/>
        </pc:sldMkLst>
        <pc:picChg chg="add mod">
          <ac:chgData name="FONSECA LORIS" userId="fa4d75a3-5e48-4544-acad-017c364cc9a5" providerId="ADAL" clId="{B7C3D1B5-4B1D-4989-8F79-D935EB4B3DD4}" dt="2025-11-01T18:17:30.473" v="2956" actId="1076"/>
          <ac:picMkLst>
            <pc:docMk/>
            <pc:sldMk cId="1296808929" sldId="259"/>
            <ac:picMk id="13" creationId="{BD777D34-94E4-C83B-EF6C-B24E95D18ACB}"/>
          </ac:picMkLst>
        </pc:picChg>
      </pc:sldChg>
      <pc:sldChg chg="addSp delSp modSp add del mod modClrScheme chgLayout">
        <pc:chgData name="FONSECA LORIS" userId="fa4d75a3-5e48-4544-acad-017c364cc9a5" providerId="ADAL" clId="{B7C3D1B5-4B1D-4989-8F79-D935EB4B3DD4}" dt="2025-11-14T19:46:13.844" v="4929" actId="47"/>
        <pc:sldMkLst>
          <pc:docMk/>
          <pc:sldMk cId="607032879" sldId="261"/>
        </pc:sldMkLst>
        <pc:spChg chg="mod">
          <ac:chgData name="FONSECA LORIS" userId="fa4d75a3-5e48-4544-acad-017c364cc9a5" providerId="ADAL" clId="{B7C3D1B5-4B1D-4989-8F79-D935EB4B3DD4}" dt="2025-11-14T11:49:22.260" v="3318" actId="26606"/>
          <ac:spMkLst>
            <pc:docMk/>
            <pc:sldMk cId="607032879" sldId="261"/>
            <ac:spMk id="2" creationId="{00000000-0000-0000-0000-000000000000}"/>
          </ac:spMkLst>
        </pc:spChg>
        <pc:spChg chg="mod">
          <ac:chgData name="FONSECA LORIS" userId="fa4d75a3-5e48-4544-acad-017c364cc9a5" providerId="ADAL" clId="{B7C3D1B5-4B1D-4989-8F79-D935EB4B3DD4}" dt="2025-11-14T11:49:22.260" v="3318" actId="26606"/>
          <ac:spMkLst>
            <pc:docMk/>
            <pc:sldMk cId="607032879" sldId="261"/>
            <ac:spMk id="3" creationId="{00000000-0000-0000-0000-000000000000}"/>
          </ac:spMkLst>
        </pc:spChg>
        <pc:spChg chg="mod">
          <ac:chgData name="FONSECA LORIS" userId="fa4d75a3-5e48-4544-acad-017c364cc9a5" providerId="ADAL" clId="{B7C3D1B5-4B1D-4989-8F79-D935EB4B3DD4}" dt="2025-11-14T11:49:22.260" v="3318" actId="26606"/>
          <ac:spMkLst>
            <pc:docMk/>
            <pc:sldMk cId="607032879" sldId="261"/>
            <ac:spMk id="4" creationId="{00000000-0000-0000-0000-000000000000}"/>
          </ac:spMkLst>
        </pc:spChg>
        <pc:spChg chg="add del">
          <ac:chgData name="FONSECA LORIS" userId="fa4d75a3-5e48-4544-acad-017c364cc9a5" providerId="ADAL" clId="{B7C3D1B5-4B1D-4989-8F79-D935EB4B3DD4}" dt="2025-11-14T11:49:22.260" v="3318" actId="26606"/>
          <ac:spMkLst>
            <pc:docMk/>
            <pc:sldMk cId="607032879" sldId="261"/>
            <ac:spMk id="5" creationId="{32B017B4-E95C-2E40-F479-EC6623E22CFB}"/>
          </ac:spMkLst>
        </pc:spChg>
      </pc:sldChg>
      <pc:sldChg chg="add del ord">
        <pc:chgData name="FONSECA LORIS" userId="fa4d75a3-5e48-4544-acad-017c364cc9a5" providerId="ADAL" clId="{B7C3D1B5-4B1D-4989-8F79-D935EB4B3DD4}" dt="2025-11-21T16:36:27.815" v="6551"/>
        <pc:sldMkLst>
          <pc:docMk/>
          <pc:sldMk cId="2802811374" sldId="263"/>
        </pc:sldMkLst>
      </pc:sldChg>
      <pc:sldChg chg="add del">
        <pc:chgData name="FONSECA LORIS" userId="fa4d75a3-5e48-4544-acad-017c364cc9a5" providerId="ADAL" clId="{B7C3D1B5-4B1D-4989-8F79-D935EB4B3DD4}" dt="2025-11-14T19:46:13.495" v="4927" actId="47"/>
        <pc:sldMkLst>
          <pc:docMk/>
          <pc:sldMk cId="3144117233" sldId="265"/>
        </pc:sldMkLst>
      </pc:sldChg>
      <pc:sldChg chg="add del">
        <pc:chgData name="FONSECA LORIS" userId="fa4d75a3-5e48-4544-acad-017c364cc9a5" providerId="ADAL" clId="{B7C3D1B5-4B1D-4989-8F79-D935EB4B3DD4}" dt="2025-11-21T16:09:59.240" v="6270" actId="47"/>
        <pc:sldMkLst>
          <pc:docMk/>
          <pc:sldMk cId="150969469" sldId="266"/>
        </pc:sldMkLst>
      </pc:sldChg>
      <pc:sldChg chg="add del">
        <pc:chgData name="FONSECA LORIS" userId="fa4d75a3-5e48-4544-acad-017c364cc9a5" providerId="ADAL" clId="{B7C3D1B5-4B1D-4989-8F79-D935EB4B3DD4}" dt="2025-11-14T19:46:14.014" v="4930" actId="47"/>
        <pc:sldMkLst>
          <pc:docMk/>
          <pc:sldMk cId="78406698" sldId="267"/>
        </pc:sldMkLst>
      </pc:sldChg>
      <pc:sldChg chg="add del">
        <pc:chgData name="FONSECA LORIS" userId="fa4d75a3-5e48-4544-acad-017c364cc9a5" providerId="ADAL" clId="{B7C3D1B5-4B1D-4989-8F79-D935EB4B3DD4}" dt="2025-11-14T19:46:13.670" v="4928" actId="47"/>
        <pc:sldMkLst>
          <pc:docMk/>
          <pc:sldMk cId="3600443920" sldId="269"/>
        </pc:sldMkLst>
      </pc:sldChg>
      <pc:sldChg chg="modSp mod">
        <pc:chgData name="FONSECA LORIS" userId="fa4d75a3-5e48-4544-acad-017c364cc9a5" providerId="ADAL" clId="{B7C3D1B5-4B1D-4989-8F79-D935EB4B3DD4}" dt="2025-11-14T19:48:25.348" v="4957" actId="20577"/>
        <pc:sldMkLst>
          <pc:docMk/>
          <pc:sldMk cId="3054310662" sldId="270"/>
        </pc:sldMkLst>
        <pc:graphicFrameChg chg="modGraphic">
          <ac:chgData name="FONSECA LORIS" userId="fa4d75a3-5e48-4544-acad-017c364cc9a5" providerId="ADAL" clId="{B7C3D1B5-4B1D-4989-8F79-D935EB4B3DD4}" dt="2025-11-14T19:48:25.348" v="4957" actId="20577"/>
          <ac:graphicFrameMkLst>
            <pc:docMk/>
            <pc:sldMk cId="3054310662" sldId="270"/>
            <ac:graphicFrameMk id="5" creationId="{4044B40F-DEE1-C7DC-D026-520C94C1E7F0}"/>
          </ac:graphicFrameMkLst>
        </pc:graphicFrameChg>
      </pc:sldChg>
      <pc:sldChg chg="addSp modSp">
        <pc:chgData name="FONSECA LORIS" userId="fa4d75a3-5e48-4544-acad-017c364cc9a5" providerId="ADAL" clId="{B7C3D1B5-4B1D-4989-8F79-D935EB4B3DD4}" dt="2025-10-31T20:21:03.129" v="2488"/>
        <pc:sldMkLst>
          <pc:docMk/>
          <pc:sldMk cId="1607715093" sldId="271"/>
        </pc:sldMkLst>
      </pc:sldChg>
      <pc:sldChg chg="add del">
        <pc:chgData name="FONSECA LORIS" userId="fa4d75a3-5e48-4544-acad-017c364cc9a5" providerId="ADAL" clId="{B7C3D1B5-4B1D-4989-8F79-D935EB4B3DD4}" dt="2025-11-14T19:46:22.596" v="4940" actId="47"/>
        <pc:sldMkLst>
          <pc:docMk/>
          <pc:sldMk cId="592311728" sldId="272"/>
        </pc:sldMkLst>
      </pc:sldChg>
      <pc:sldChg chg="addSp delSp modSp add mod">
        <pc:chgData name="FONSECA LORIS" userId="fa4d75a3-5e48-4544-acad-017c364cc9a5" providerId="ADAL" clId="{B7C3D1B5-4B1D-4989-8F79-D935EB4B3DD4}" dt="2025-11-21T21:17:01.071" v="6745" actId="404"/>
        <pc:sldMkLst>
          <pc:docMk/>
          <pc:sldMk cId="3915570428" sldId="279"/>
        </pc:sldMkLst>
        <pc:spChg chg="add del mod">
          <ac:chgData name="FONSECA LORIS" userId="fa4d75a3-5e48-4544-acad-017c364cc9a5" providerId="ADAL" clId="{B7C3D1B5-4B1D-4989-8F79-D935EB4B3DD4}" dt="2025-11-21T12:03:14.312" v="5113" actId="1076"/>
          <ac:spMkLst>
            <pc:docMk/>
            <pc:sldMk cId="3915570428" sldId="279"/>
            <ac:spMk id="2" creationId="{719D869C-A00B-3642-68A0-875AA02FB9F5}"/>
          </ac:spMkLst>
        </pc:spChg>
        <pc:spChg chg="add mod">
          <ac:chgData name="FONSECA LORIS" userId="fa4d75a3-5e48-4544-acad-017c364cc9a5" providerId="ADAL" clId="{B7C3D1B5-4B1D-4989-8F79-D935EB4B3DD4}" dt="2025-11-21T12:01:30.480" v="5088" actId="20577"/>
          <ac:spMkLst>
            <pc:docMk/>
            <pc:sldMk cId="3915570428" sldId="279"/>
            <ac:spMk id="3" creationId="{0A40286D-6F80-65F9-79AB-C1C9E49230A8}"/>
          </ac:spMkLst>
        </pc:spChg>
        <pc:spChg chg="add mod">
          <ac:chgData name="FONSECA LORIS" userId="fa4d75a3-5e48-4544-acad-017c364cc9a5" providerId="ADAL" clId="{B7C3D1B5-4B1D-4989-8F79-D935EB4B3DD4}" dt="2025-11-21T12:03:17.192" v="5114" actId="1076"/>
          <ac:spMkLst>
            <pc:docMk/>
            <pc:sldMk cId="3915570428" sldId="279"/>
            <ac:spMk id="4" creationId="{2385BD12-904B-6E89-D895-665E9F3F8942}"/>
          </ac:spMkLst>
        </pc:spChg>
        <pc:spChg chg="add mod">
          <ac:chgData name="FONSECA LORIS" userId="fa4d75a3-5e48-4544-acad-017c364cc9a5" providerId="ADAL" clId="{B7C3D1B5-4B1D-4989-8F79-D935EB4B3DD4}" dt="2025-11-21T21:17:01.071" v="6745" actId="404"/>
          <ac:spMkLst>
            <pc:docMk/>
            <pc:sldMk cId="3915570428" sldId="279"/>
            <ac:spMk id="5" creationId="{7ADDFA29-7719-FD90-FE62-3EBDD7938226}"/>
          </ac:spMkLst>
        </pc:spChg>
        <pc:spChg chg="mod">
          <ac:chgData name="FONSECA LORIS" userId="fa4d75a3-5e48-4544-acad-017c364cc9a5" providerId="ADAL" clId="{B7C3D1B5-4B1D-4989-8F79-D935EB4B3DD4}" dt="2025-10-31T18:14:50.459" v="733" actId="207"/>
          <ac:spMkLst>
            <pc:docMk/>
            <pc:sldMk cId="3915570428" sldId="279"/>
            <ac:spMk id="6" creationId="{2BFC1EE2-9D6F-5150-3E6D-CC46461AE54F}"/>
          </ac:spMkLst>
        </pc:spChg>
        <pc:spChg chg="mod">
          <ac:chgData name="FONSECA LORIS" userId="fa4d75a3-5e48-4544-acad-017c364cc9a5" providerId="ADAL" clId="{B7C3D1B5-4B1D-4989-8F79-D935EB4B3DD4}" dt="2025-10-31T18:14:50.459" v="733" actId="207"/>
          <ac:spMkLst>
            <pc:docMk/>
            <pc:sldMk cId="3915570428" sldId="279"/>
            <ac:spMk id="9" creationId="{39DE7523-ECB2-69DA-D39D-035B99A57D11}"/>
          </ac:spMkLst>
        </pc:spChg>
        <pc:spChg chg="mod">
          <ac:chgData name="FONSECA LORIS" userId="fa4d75a3-5e48-4544-acad-017c364cc9a5" providerId="ADAL" clId="{B7C3D1B5-4B1D-4989-8F79-D935EB4B3DD4}" dt="2025-10-31T18:15:52.506" v="750" actId="207"/>
          <ac:spMkLst>
            <pc:docMk/>
            <pc:sldMk cId="3915570428" sldId="279"/>
            <ac:spMk id="16" creationId="{6E147A86-B523-A0BE-B87C-B7CF11981025}"/>
          </ac:spMkLst>
        </pc:spChg>
        <pc:spChg chg="mod">
          <ac:chgData name="FONSECA LORIS" userId="fa4d75a3-5e48-4544-acad-017c364cc9a5" providerId="ADAL" clId="{B7C3D1B5-4B1D-4989-8F79-D935EB4B3DD4}" dt="2025-10-31T18:14:52.362" v="734" actId="207"/>
          <ac:spMkLst>
            <pc:docMk/>
            <pc:sldMk cId="3915570428" sldId="279"/>
            <ac:spMk id="27" creationId="{A438C1CE-DBE1-C241-02E0-583E322C493E}"/>
          </ac:spMkLst>
        </pc:spChg>
        <pc:spChg chg="mod">
          <ac:chgData name="FONSECA LORIS" userId="fa4d75a3-5e48-4544-acad-017c364cc9a5" providerId="ADAL" clId="{B7C3D1B5-4B1D-4989-8F79-D935EB4B3DD4}" dt="2025-10-31T18:14:54.066" v="735" actId="207"/>
          <ac:spMkLst>
            <pc:docMk/>
            <pc:sldMk cId="3915570428" sldId="279"/>
            <ac:spMk id="30" creationId="{E5DA637A-922D-74C1-D533-2EB04F37DE86}"/>
          </ac:spMkLst>
        </pc:spChg>
        <pc:spChg chg="mod">
          <ac:chgData name="FONSECA LORIS" userId="fa4d75a3-5e48-4544-acad-017c364cc9a5" providerId="ADAL" clId="{B7C3D1B5-4B1D-4989-8F79-D935EB4B3DD4}" dt="2025-10-31T18:18:37.384" v="797" actId="207"/>
          <ac:spMkLst>
            <pc:docMk/>
            <pc:sldMk cId="3915570428" sldId="279"/>
            <ac:spMk id="31" creationId="{83691634-D565-2E82-8174-E3A28EFF0FF3}"/>
          </ac:spMkLst>
        </pc:spChg>
        <pc:spChg chg="mod">
          <ac:chgData name="FONSECA LORIS" userId="fa4d75a3-5e48-4544-acad-017c364cc9a5" providerId="ADAL" clId="{B7C3D1B5-4B1D-4989-8F79-D935EB4B3DD4}" dt="2025-10-31T18:15:54.355" v="751" actId="207"/>
          <ac:spMkLst>
            <pc:docMk/>
            <pc:sldMk cId="3915570428" sldId="279"/>
            <ac:spMk id="32" creationId="{ECBFA2F2-BBB7-7BE7-FC82-485F6B5317FA}"/>
          </ac:spMkLst>
        </pc:spChg>
        <pc:spChg chg="mod">
          <ac:chgData name="FONSECA LORIS" userId="fa4d75a3-5e48-4544-acad-017c364cc9a5" providerId="ADAL" clId="{B7C3D1B5-4B1D-4989-8F79-D935EB4B3DD4}" dt="2025-10-31T18:15:13.575" v="742" actId="207"/>
          <ac:spMkLst>
            <pc:docMk/>
            <pc:sldMk cId="3915570428" sldId="279"/>
            <ac:spMk id="34" creationId="{C5127E99-5414-014D-6DDE-82E3F81DFEC9}"/>
          </ac:spMkLst>
        </pc:spChg>
        <pc:spChg chg="mod">
          <ac:chgData name="FONSECA LORIS" userId="fa4d75a3-5e48-4544-acad-017c364cc9a5" providerId="ADAL" clId="{B7C3D1B5-4B1D-4989-8F79-D935EB4B3DD4}" dt="2025-10-31T18:15:46.474" v="749" actId="208"/>
          <ac:spMkLst>
            <pc:docMk/>
            <pc:sldMk cId="3915570428" sldId="279"/>
            <ac:spMk id="42" creationId="{1B4E986E-836D-D7EA-2502-BFBBFD169EB1}"/>
          </ac:spMkLst>
        </pc:spChg>
        <pc:spChg chg="mod">
          <ac:chgData name="FONSECA LORIS" userId="fa4d75a3-5e48-4544-acad-017c364cc9a5" providerId="ADAL" clId="{B7C3D1B5-4B1D-4989-8F79-D935EB4B3DD4}" dt="2025-10-31T18:15:46.474" v="749" actId="208"/>
          <ac:spMkLst>
            <pc:docMk/>
            <pc:sldMk cId="3915570428" sldId="279"/>
            <ac:spMk id="43" creationId="{0E1143F1-E738-8000-67E3-BC8E4066F06B}"/>
          </ac:spMkLst>
        </pc:spChg>
        <pc:spChg chg="mod">
          <ac:chgData name="FONSECA LORIS" userId="fa4d75a3-5e48-4544-acad-017c364cc9a5" providerId="ADAL" clId="{B7C3D1B5-4B1D-4989-8F79-D935EB4B3DD4}" dt="2025-10-31T18:15:46.474" v="749" actId="208"/>
          <ac:spMkLst>
            <pc:docMk/>
            <pc:sldMk cId="3915570428" sldId="279"/>
            <ac:spMk id="44" creationId="{DBA89372-A56F-5763-4675-989C13D42A2E}"/>
          </ac:spMkLst>
        </pc:spChg>
        <pc:spChg chg="mod">
          <ac:chgData name="FONSECA LORIS" userId="fa4d75a3-5e48-4544-acad-017c364cc9a5" providerId="ADAL" clId="{B7C3D1B5-4B1D-4989-8F79-D935EB4B3DD4}" dt="2025-10-31T18:15:46.474" v="749" actId="208"/>
          <ac:spMkLst>
            <pc:docMk/>
            <pc:sldMk cId="3915570428" sldId="279"/>
            <ac:spMk id="45" creationId="{30A341F4-3F4F-A7FA-1863-29999B4749E0}"/>
          </ac:spMkLst>
        </pc:spChg>
        <pc:spChg chg="mod">
          <ac:chgData name="FONSECA LORIS" userId="fa4d75a3-5e48-4544-acad-017c364cc9a5" providerId="ADAL" clId="{B7C3D1B5-4B1D-4989-8F79-D935EB4B3DD4}" dt="2025-10-31T18:15:41.443" v="748" actId="208"/>
          <ac:spMkLst>
            <pc:docMk/>
            <pc:sldMk cId="3915570428" sldId="279"/>
            <ac:spMk id="62" creationId="{F77C6A94-CC8B-DA94-CDDA-20768D03FEA7}"/>
          </ac:spMkLst>
        </pc:spChg>
        <pc:spChg chg="mod">
          <ac:chgData name="FONSECA LORIS" userId="fa4d75a3-5e48-4544-acad-017c364cc9a5" providerId="ADAL" clId="{B7C3D1B5-4B1D-4989-8F79-D935EB4B3DD4}" dt="2025-10-31T18:15:41.443" v="748" actId="208"/>
          <ac:spMkLst>
            <pc:docMk/>
            <pc:sldMk cId="3915570428" sldId="279"/>
            <ac:spMk id="64" creationId="{1A32B4CA-6239-FD0C-ADEB-014217C66399}"/>
          </ac:spMkLst>
        </pc:spChg>
        <pc:spChg chg="mod">
          <ac:chgData name="FONSECA LORIS" userId="fa4d75a3-5e48-4544-acad-017c364cc9a5" providerId="ADAL" clId="{B7C3D1B5-4B1D-4989-8F79-D935EB4B3DD4}" dt="2025-10-31T18:15:41.443" v="748" actId="208"/>
          <ac:spMkLst>
            <pc:docMk/>
            <pc:sldMk cId="3915570428" sldId="279"/>
            <ac:spMk id="65" creationId="{7E3B1940-E000-C2D1-D5BD-DF10B10A20ED}"/>
          </ac:spMkLst>
        </pc:spChg>
        <pc:spChg chg="mod">
          <ac:chgData name="FONSECA LORIS" userId="fa4d75a3-5e48-4544-acad-017c364cc9a5" providerId="ADAL" clId="{B7C3D1B5-4B1D-4989-8F79-D935EB4B3DD4}" dt="2025-10-31T18:15:41.443" v="748" actId="208"/>
          <ac:spMkLst>
            <pc:docMk/>
            <pc:sldMk cId="3915570428" sldId="279"/>
            <ac:spMk id="66" creationId="{A72FA8D7-A0DC-3B30-FEBD-DF6E3AB5E0C6}"/>
          </ac:spMkLst>
        </pc:spChg>
        <pc:spChg chg="mod">
          <ac:chgData name="FONSECA LORIS" userId="fa4d75a3-5e48-4544-acad-017c364cc9a5" providerId="ADAL" clId="{B7C3D1B5-4B1D-4989-8F79-D935EB4B3DD4}" dt="2025-10-31T18:15:41.443" v="748" actId="208"/>
          <ac:spMkLst>
            <pc:docMk/>
            <pc:sldMk cId="3915570428" sldId="279"/>
            <ac:spMk id="67" creationId="{C1E9FAB6-A999-037A-1DC1-78C343132E5B}"/>
          </ac:spMkLst>
        </pc:spChg>
        <pc:spChg chg="mod">
          <ac:chgData name="FONSECA LORIS" userId="fa4d75a3-5e48-4544-acad-017c364cc9a5" providerId="ADAL" clId="{B7C3D1B5-4B1D-4989-8F79-D935EB4B3DD4}" dt="2025-10-31T20:22:22.494" v="2521" actId="207"/>
          <ac:spMkLst>
            <pc:docMk/>
            <pc:sldMk cId="3915570428" sldId="279"/>
            <ac:spMk id="73" creationId="{80DF5922-1EF5-F42E-5AE0-AEB837D958E7}"/>
          </ac:spMkLst>
        </pc:spChg>
        <pc:spChg chg="mod">
          <ac:chgData name="FONSECA LORIS" userId="fa4d75a3-5e48-4544-acad-017c364cc9a5" providerId="ADAL" clId="{B7C3D1B5-4B1D-4989-8F79-D935EB4B3DD4}" dt="2025-11-21T12:07:11.601" v="5115" actId="6549"/>
          <ac:spMkLst>
            <pc:docMk/>
            <pc:sldMk cId="3915570428" sldId="279"/>
            <ac:spMk id="75" creationId="{E3933210-9BD2-B367-2B37-A56589B2523F}"/>
          </ac:spMkLst>
        </pc:spChg>
        <pc:spChg chg="mod topLvl">
          <ac:chgData name="FONSECA LORIS" userId="fa4d75a3-5e48-4544-acad-017c364cc9a5" providerId="ADAL" clId="{B7C3D1B5-4B1D-4989-8F79-D935EB4B3DD4}" dt="2025-11-21T12:02:02.508" v="5099" actId="165"/>
          <ac:spMkLst>
            <pc:docMk/>
            <pc:sldMk cId="3915570428" sldId="279"/>
            <ac:spMk id="79" creationId="{6E44317D-C8B5-72E4-64B1-306E89687CC3}"/>
          </ac:spMkLst>
        </pc:spChg>
        <pc:spChg chg="mod topLvl">
          <ac:chgData name="FONSECA LORIS" userId="fa4d75a3-5e48-4544-acad-017c364cc9a5" providerId="ADAL" clId="{B7C3D1B5-4B1D-4989-8F79-D935EB4B3DD4}" dt="2025-11-21T12:02:48.116" v="5107" actId="21"/>
          <ac:spMkLst>
            <pc:docMk/>
            <pc:sldMk cId="3915570428" sldId="279"/>
            <ac:spMk id="80" creationId="{65B6158E-3B3F-B333-30E9-4A3AC6B3FE01}"/>
          </ac:spMkLst>
        </pc:spChg>
        <pc:spChg chg="mod topLvl">
          <ac:chgData name="FONSECA LORIS" userId="fa4d75a3-5e48-4544-acad-017c364cc9a5" providerId="ADAL" clId="{B7C3D1B5-4B1D-4989-8F79-D935EB4B3DD4}" dt="2025-11-21T12:02:02.508" v="5099" actId="165"/>
          <ac:spMkLst>
            <pc:docMk/>
            <pc:sldMk cId="3915570428" sldId="279"/>
            <ac:spMk id="81" creationId="{7AB6F57A-2039-2155-DDC6-457069279776}"/>
          </ac:spMkLst>
        </pc:spChg>
        <pc:spChg chg="mod">
          <ac:chgData name="FONSECA LORIS" userId="fa4d75a3-5e48-4544-acad-017c364cc9a5" providerId="ADAL" clId="{B7C3D1B5-4B1D-4989-8F79-D935EB4B3DD4}" dt="2025-10-31T18:15:19.546" v="744" actId="207"/>
          <ac:spMkLst>
            <pc:docMk/>
            <pc:sldMk cId="3915570428" sldId="279"/>
            <ac:spMk id="83" creationId="{38543B89-A305-1A68-67F8-505A5313BCBC}"/>
          </ac:spMkLst>
        </pc:spChg>
        <pc:spChg chg="mod">
          <ac:chgData name="FONSECA LORIS" userId="fa4d75a3-5e48-4544-acad-017c364cc9a5" providerId="ADAL" clId="{B7C3D1B5-4B1D-4989-8F79-D935EB4B3DD4}" dt="2025-10-31T18:15:30.578" v="747" actId="208"/>
          <ac:spMkLst>
            <pc:docMk/>
            <pc:sldMk cId="3915570428" sldId="279"/>
            <ac:spMk id="85" creationId="{FE58CAB6-223C-E2FB-144C-ED4B98653C5D}"/>
          </ac:spMkLst>
        </pc:spChg>
        <pc:spChg chg="mod">
          <ac:chgData name="FONSECA LORIS" userId="fa4d75a3-5e48-4544-acad-017c364cc9a5" providerId="ADAL" clId="{B7C3D1B5-4B1D-4989-8F79-D935EB4B3DD4}" dt="2025-10-31T18:15:30.578" v="747" actId="208"/>
          <ac:spMkLst>
            <pc:docMk/>
            <pc:sldMk cId="3915570428" sldId="279"/>
            <ac:spMk id="86" creationId="{778D7525-E4A7-48D3-AC5F-07FA50E5BBC5}"/>
          </ac:spMkLst>
        </pc:spChg>
        <pc:spChg chg="mod">
          <ac:chgData name="FONSECA LORIS" userId="fa4d75a3-5e48-4544-acad-017c364cc9a5" providerId="ADAL" clId="{B7C3D1B5-4B1D-4989-8F79-D935EB4B3DD4}" dt="2025-10-31T18:15:30.578" v="747" actId="208"/>
          <ac:spMkLst>
            <pc:docMk/>
            <pc:sldMk cId="3915570428" sldId="279"/>
            <ac:spMk id="87" creationId="{CF23C8F7-C3DC-1403-9163-603072680483}"/>
          </ac:spMkLst>
        </pc:spChg>
        <pc:spChg chg="mod">
          <ac:chgData name="FONSECA LORIS" userId="fa4d75a3-5e48-4544-acad-017c364cc9a5" providerId="ADAL" clId="{B7C3D1B5-4B1D-4989-8F79-D935EB4B3DD4}" dt="2025-10-31T18:15:30.578" v="747" actId="208"/>
          <ac:spMkLst>
            <pc:docMk/>
            <pc:sldMk cId="3915570428" sldId="279"/>
            <ac:spMk id="88" creationId="{C4B15A71-4494-F442-6737-8F3A36F084AF}"/>
          </ac:spMkLst>
        </pc:spChg>
        <pc:spChg chg="mod topLvl">
          <ac:chgData name="FONSECA LORIS" userId="fa4d75a3-5e48-4544-acad-017c364cc9a5" providerId="ADAL" clId="{B7C3D1B5-4B1D-4989-8F79-D935EB4B3DD4}" dt="2025-10-31T18:14:34.990" v="730" actId="207"/>
          <ac:spMkLst>
            <pc:docMk/>
            <pc:sldMk cId="3915570428" sldId="279"/>
            <ac:spMk id="90" creationId="{24442720-90F7-0D2E-737A-EC81E5CDEAEE}"/>
          </ac:spMkLst>
        </pc:spChg>
        <pc:spChg chg="mod topLvl">
          <ac:chgData name="FONSECA LORIS" userId="fa4d75a3-5e48-4544-acad-017c364cc9a5" providerId="ADAL" clId="{B7C3D1B5-4B1D-4989-8F79-D935EB4B3DD4}" dt="2025-10-31T18:14:44.579" v="731" actId="208"/>
          <ac:spMkLst>
            <pc:docMk/>
            <pc:sldMk cId="3915570428" sldId="279"/>
            <ac:spMk id="92" creationId="{0FF17BC1-1356-3558-CB65-E647CB3ACCA3}"/>
          </ac:spMkLst>
        </pc:spChg>
        <pc:spChg chg="mod topLvl">
          <ac:chgData name="FONSECA LORIS" userId="fa4d75a3-5e48-4544-acad-017c364cc9a5" providerId="ADAL" clId="{B7C3D1B5-4B1D-4989-8F79-D935EB4B3DD4}" dt="2025-10-31T18:14:44.579" v="731" actId="208"/>
          <ac:spMkLst>
            <pc:docMk/>
            <pc:sldMk cId="3915570428" sldId="279"/>
            <ac:spMk id="93" creationId="{86A5B227-D825-8476-4A12-317C5E0A3230}"/>
          </ac:spMkLst>
        </pc:spChg>
        <pc:spChg chg="mod topLvl">
          <ac:chgData name="FONSECA LORIS" userId="fa4d75a3-5e48-4544-acad-017c364cc9a5" providerId="ADAL" clId="{B7C3D1B5-4B1D-4989-8F79-D935EB4B3DD4}" dt="2025-10-31T18:14:44.579" v="731" actId="208"/>
          <ac:spMkLst>
            <pc:docMk/>
            <pc:sldMk cId="3915570428" sldId="279"/>
            <ac:spMk id="94" creationId="{0D4DF3AD-DF24-CDEC-D2BC-C028B95E50E5}"/>
          </ac:spMkLst>
        </pc:spChg>
        <pc:spChg chg="mod topLvl">
          <ac:chgData name="FONSECA LORIS" userId="fa4d75a3-5e48-4544-acad-017c364cc9a5" providerId="ADAL" clId="{B7C3D1B5-4B1D-4989-8F79-D935EB4B3DD4}" dt="2025-10-31T18:14:44.579" v="731" actId="208"/>
          <ac:spMkLst>
            <pc:docMk/>
            <pc:sldMk cId="3915570428" sldId="279"/>
            <ac:spMk id="95" creationId="{3897DFCD-ECCA-7D97-23B9-FE53DDB0A0F7}"/>
          </ac:spMkLst>
        </pc:spChg>
        <pc:grpChg chg="mod">
          <ac:chgData name="FONSECA LORIS" userId="fa4d75a3-5e48-4544-acad-017c364cc9a5" providerId="ADAL" clId="{B7C3D1B5-4B1D-4989-8F79-D935EB4B3DD4}" dt="2025-10-31T18:15:05.779" v="741" actId="207"/>
          <ac:grpSpMkLst>
            <pc:docMk/>
            <pc:sldMk cId="3915570428" sldId="279"/>
            <ac:grpSpMk id="60" creationId="{14EDCA16-77B9-9831-80E9-6E2F57F5C5A0}"/>
          </ac:grpSpMkLst>
        </pc:grpChg>
        <pc:grpChg chg="mod">
          <ac:chgData name="FONSECA LORIS" userId="fa4d75a3-5e48-4544-acad-017c364cc9a5" providerId="ADAL" clId="{B7C3D1B5-4B1D-4989-8F79-D935EB4B3DD4}" dt="2025-10-31T18:15:05.185" v="740" actId="207"/>
          <ac:grpSpMkLst>
            <pc:docMk/>
            <pc:sldMk cId="3915570428" sldId="279"/>
            <ac:grpSpMk id="61" creationId="{0FCC44CF-97DC-CCD1-D563-48F0B8CFC6AD}"/>
          </ac:grpSpMkLst>
        </pc:grpChg>
        <pc:grpChg chg="mod">
          <ac:chgData name="FONSECA LORIS" userId="fa4d75a3-5e48-4544-acad-017c364cc9a5" providerId="ADAL" clId="{B7C3D1B5-4B1D-4989-8F79-D935EB4B3DD4}" dt="2025-10-31T18:14:50.459" v="733" actId="207"/>
          <ac:grpSpMkLst>
            <pc:docMk/>
            <pc:sldMk cId="3915570428" sldId="279"/>
            <ac:grpSpMk id="68" creationId="{9915C36C-C3FA-C9EC-00F9-E234D24CE1FF}"/>
          </ac:grpSpMkLst>
        </pc:grpChg>
        <pc:grpChg chg="mod">
          <ac:chgData name="FONSECA LORIS" userId="fa4d75a3-5e48-4544-acad-017c364cc9a5" providerId="ADAL" clId="{B7C3D1B5-4B1D-4989-8F79-D935EB4B3DD4}" dt="2025-10-31T18:14:54.066" v="735" actId="207"/>
          <ac:grpSpMkLst>
            <pc:docMk/>
            <pc:sldMk cId="3915570428" sldId="279"/>
            <ac:grpSpMk id="69" creationId="{E2E65EBD-3BD8-4CA9-E3EA-9EF056B6452B}"/>
          </ac:grpSpMkLst>
        </pc:grpChg>
        <pc:grpChg chg="del mod">
          <ac:chgData name="FONSECA LORIS" userId="fa4d75a3-5e48-4544-acad-017c364cc9a5" providerId="ADAL" clId="{B7C3D1B5-4B1D-4989-8F79-D935EB4B3DD4}" dt="2025-11-21T12:02:02.508" v="5099" actId="165"/>
          <ac:grpSpMkLst>
            <pc:docMk/>
            <pc:sldMk cId="3915570428" sldId="279"/>
            <ac:grpSpMk id="78" creationId="{A93B257D-8D7C-7D12-A681-4F81A1F0AB3D}"/>
          </ac:grpSpMkLst>
        </pc:grpChg>
        <pc:grpChg chg="mod">
          <ac:chgData name="FONSECA LORIS" userId="fa4d75a3-5e48-4544-acad-017c364cc9a5" providerId="ADAL" clId="{B7C3D1B5-4B1D-4989-8F79-D935EB4B3DD4}" dt="2025-11-14T19:46:19.051" v="4936" actId="1037"/>
          <ac:grpSpMkLst>
            <pc:docMk/>
            <pc:sldMk cId="3915570428" sldId="279"/>
            <ac:grpSpMk id="82" creationId="{87ECD513-5E68-A998-25EF-67582EC2ADC3}"/>
          </ac:grpSpMkLst>
        </pc:grpChg>
        <pc:picChg chg="mod">
          <ac:chgData name="FONSECA LORIS" userId="fa4d75a3-5e48-4544-acad-017c364cc9a5" providerId="ADAL" clId="{B7C3D1B5-4B1D-4989-8F79-D935EB4B3DD4}" dt="2025-10-31T18:15:05.779" v="741" actId="207"/>
          <ac:picMkLst>
            <pc:docMk/>
            <pc:sldMk cId="3915570428" sldId="279"/>
            <ac:picMk id="37" creationId="{8C222A9C-AE04-38CC-56FD-4C77939AC6BC}"/>
          </ac:picMkLst>
        </pc:picChg>
        <pc:picChg chg="mod">
          <ac:chgData name="FONSECA LORIS" userId="fa4d75a3-5e48-4544-acad-017c364cc9a5" providerId="ADAL" clId="{B7C3D1B5-4B1D-4989-8F79-D935EB4B3DD4}" dt="2025-10-31T18:15:41.443" v="748" actId="208"/>
          <ac:picMkLst>
            <pc:docMk/>
            <pc:sldMk cId="3915570428" sldId="279"/>
            <ac:picMk id="63" creationId="{D6133120-5AAB-72C9-FBB1-4938141EEB7C}"/>
          </ac:picMkLst>
        </pc:picChg>
        <pc:picChg chg="mod">
          <ac:chgData name="FONSECA LORIS" userId="fa4d75a3-5e48-4544-acad-017c364cc9a5" providerId="ADAL" clId="{B7C3D1B5-4B1D-4989-8F79-D935EB4B3DD4}" dt="2025-10-31T18:15:04.434" v="739" actId="207"/>
          <ac:picMkLst>
            <pc:docMk/>
            <pc:sldMk cId="3915570428" sldId="279"/>
            <ac:picMk id="84" creationId="{334A2D0E-37A4-B06D-098F-B2BCE0102A2B}"/>
          </ac:picMkLst>
        </pc:picChg>
        <pc:picChg chg="mod topLvl">
          <ac:chgData name="FONSECA LORIS" userId="fa4d75a3-5e48-4544-acad-017c364cc9a5" providerId="ADAL" clId="{B7C3D1B5-4B1D-4989-8F79-D935EB4B3DD4}" dt="2025-10-31T18:14:21.578" v="729" actId="165"/>
          <ac:picMkLst>
            <pc:docMk/>
            <pc:sldMk cId="3915570428" sldId="279"/>
            <ac:picMk id="91" creationId="{4089860D-58A5-8364-9B42-B1A37AE4D694}"/>
          </ac:picMkLst>
        </pc:picChg>
      </pc:sldChg>
      <pc:sldChg chg="addSp delSp modSp add mod ord">
        <pc:chgData name="FONSECA LORIS" userId="fa4d75a3-5e48-4544-acad-017c364cc9a5" providerId="ADAL" clId="{B7C3D1B5-4B1D-4989-8F79-D935EB4B3DD4}" dt="2025-10-31T20:22:10.303" v="2518" actId="207"/>
        <pc:sldMkLst>
          <pc:docMk/>
          <pc:sldMk cId="2987465830" sldId="280"/>
        </pc:sldMkLst>
        <pc:spChg chg="add mod">
          <ac:chgData name="FONSECA LORIS" userId="fa4d75a3-5e48-4544-acad-017c364cc9a5" providerId="ADAL" clId="{B7C3D1B5-4B1D-4989-8F79-D935EB4B3DD4}" dt="2025-10-31T18:48:15.863" v="1292" actId="164"/>
          <ac:spMkLst>
            <pc:docMk/>
            <pc:sldMk cId="2987465830" sldId="280"/>
            <ac:spMk id="4" creationId="{B825D9EE-263E-806B-9964-C7C111FB894A}"/>
          </ac:spMkLst>
        </pc:spChg>
        <pc:spChg chg="add mod">
          <ac:chgData name="FONSECA LORIS" userId="fa4d75a3-5e48-4544-acad-017c364cc9a5" providerId="ADAL" clId="{B7C3D1B5-4B1D-4989-8F79-D935EB4B3DD4}" dt="2025-10-31T18:48:15.863" v="1292" actId="164"/>
          <ac:spMkLst>
            <pc:docMk/>
            <pc:sldMk cId="2987465830" sldId="280"/>
            <ac:spMk id="5" creationId="{272B4886-DF69-16BF-F995-E59BDE92A8AE}"/>
          </ac:spMkLst>
        </pc:spChg>
        <pc:spChg chg="add mod">
          <ac:chgData name="FONSECA LORIS" userId="fa4d75a3-5e48-4544-acad-017c364cc9a5" providerId="ADAL" clId="{B7C3D1B5-4B1D-4989-8F79-D935EB4B3DD4}" dt="2025-10-31T18:48:15.863" v="1292" actId="164"/>
          <ac:spMkLst>
            <pc:docMk/>
            <pc:sldMk cId="2987465830" sldId="280"/>
            <ac:spMk id="7" creationId="{B6FFD8A0-D0E2-CC41-BAD0-A32A0B391941}"/>
          </ac:spMkLst>
        </pc:spChg>
        <pc:spChg chg="add mod">
          <ac:chgData name="FONSECA LORIS" userId="fa4d75a3-5e48-4544-acad-017c364cc9a5" providerId="ADAL" clId="{B7C3D1B5-4B1D-4989-8F79-D935EB4B3DD4}" dt="2025-10-31T18:48:15.863" v="1292" actId="164"/>
          <ac:spMkLst>
            <pc:docMk/>
            <pc:sldMk cId="2987465830" sldId="280"/>
            <ac:spMk id="8" creationId="{B4B55658-0339-5456-7139-8916E9B74050}"/>
          </ac:spMkLst>
        </pc:spChg>
        <pc:spChg chg="add mod">
          <ac:chgData name="FONSECA LORIS" userId="fa4d75a3-5e48-4544-acad-017c364cc9a5" providerId="ADAL" clId="{B7C3D1B5-4B1D-4989-8F79-D935EB4B3DD4}" dt="2025-10-31T18:51:58.884" v="1448" actId="1037"/>
          <ac:spMkLst>
            <pc:docMk/>
            <pc:sldMk cId="2987465830" sldId="280"/>
            <ac:spMk id="12" creationId="{0EF0E28F-19A1-245E-995C-C8391BA6080A}"/>
          </ac:spMkLst>
        </pc:spChg>
        <pc:spChg chg="add mod">
          <ac:chgData name="FONSECA LORIS" userId="fa4d75a3-5e48-4544-acad-017c364cc9a5" providerId="ADAL" clId="{B7C3D1B5-4B1D-4989-8F79-D935EB4B3DD4}" dt="2025-10-31T18:51:45.566" v="1443" actId="14100"/>
          <ac:spMkLst>
            <pc:docMk/>
            <pc:sldMk cId="2987465830" sldId="280"/>
            <ac:spMk id="14" creationId="{3998032A-EBFF-40E0-3CBB-EC4450A0DE0E}"/>
          </ac:spMkLst>
        </pc:spChg>
        <pc:spChg chg="add mod">
          <ac:chgData name="FONSECA LORIS" userId="fa4d75a3-5e48-4544-acad-017c364cc9a5" providerId="ADAL" clId="{B7C3D1B5-4B1D-4989-8F79-D935EB4B3DD4}" dt="2025-10-31T18:52:15.094" v="1463" actId="1076"/>
          <ac:spMkLst>
            <pc:docMk/>
            <pc:sldMk cId="2987465830" sldId="280"/>
            <ac:spMk id="17" creationId="{F934771B-C945-1D7D-3FA3-EAB0725A5CE4}"/>
          </ac:spMkLst>
        </pc:spChg>
        <pc:spChg chg="add mod">
          <ac:chgData name="FONSECA LORIS" userId="fa4d75a3-5e48-4544-acad-017c364cc9a5" providerId="ADAL" clId="{B7C3D1B5-4B1D-4989-8F79-D935EB4B3DD4}" dt="2025-10-31T18:48:15.863" v="1292" actId="164"/>
          <ac:spMkLst>
            <pc:docMk/>
            <pc:sldMk cId="2987465830" sldId="280"/>
            <ac:spMk id="18" creationId="{C8092DBF-6140-0B6D-DEE6-572064BC4D93}"/>
          </ac:spMkLst>
        </pc:spChg>
        <pc:spChg chg="add mod">
          <ac:chgData name="FONSECA LORIS" userId="fa4d75a3-5e48-4544-acad-017c364cc9a5" providerId="ADAL" clId="{B7C3D1B5-4B1D-4989-8F79-D935EB4B3DD4}" dt="2025-10-31T18:51:27.694" v="1440" actId="1076"/>
          <ac:spMkLst>
            <pc:docMk/>
            <pc:sldMk cId="2987465830" sldId="280"/>
            <ac:spMk id="19" creationId="{DB7F766F-29AE-3518-30E2-133118D23A9E}"/>
          </ac:spMkLst>
        </pc:spChg>
        <pc:spChg chg="mod">
          <ac:chgData name="FONSECA LORIS" userId="fa4d75a3-5e48-4544-acad-017c364cc9a5" providerId="ADAL" clId="{B7C3D1B5-4B1D-4989-8F79-D935EB4B3DD4}" dt="2025-10-31T18:48:08.521" v="1291" actId="1076"/>
          <ac:spMkLst>
            <pc:docMk/>
            <pc:sldMk cId="2987465830" sldId="280"/>
            <ac:spMk id="23" creationId="{F7CDCFDF-6D97-28C2-D782-5E4C02DF6FAA}"/>
          </ac:spMkLst>
        </pc:spChg>
        <pc:spChg chg="mod">
          <ac:chgData name="FONSECA LORIS" userId="fa4d75a3-5e48-4544-acad-017c364cc9a5" providerId="ADAL" clId="{B7C3D1B5-4B1D-4989-8F79-D935EB4B3DD4}" dt="2025-10-31T20:22:10.303" v="2518" actId="207"/>
          <ac:spMkLst>
            <pc:docMk/>
            <pc:sldMk cId="2987465830" sldId="280"/>
            <ac:spMk id="73" creationId="{D85CE0FE-A6BA-4150-50A7-BB72B00FB168}"/>
          </ac:spMkLst>
        </pc:spChg>
        <pc:grpChg chg="add mod">
          <ac:chgData name="FONSECA LORIS" userId="fa4d75a3-5e48-4544-acad-017c364cc9a5" providerId="ADAL" clId="{B7C3D1B5-4B1D-4989-8F79-D935EB4B3DD4}" dt="2025-10-31T18:48:19.078" v="1293" actId="1076"/>
          <ac:grpSpMkLst>
            <pc:docMk/>
            <pc:sldMk cId="2987465830" sldId="280"/>
            <ac:grpSpMk id="35" creationId="{25E4D7E3-309D-DD22-32EC-19D681C7CC9B}"/>
          </ac:grpSpMkLst>
        </pc:grpChg>
        <pc:cxnChg chg="add mod ord">
          <ac:chgData name="FONSECA LORIS" userId="fa4d75a3-5e48-4544-acad-017c364cc9a5" providerId="ADAL" clId="{B7C3D1B5-4B1D-4989-8F79-D935EB4B3DD4}" dt="2025-10-31T18:50:06.423" v="1420" actId="14100"/>
          <ac:cxnSpMkLst>
            <pc:docMk/>
            <pc:sldMk cId="2987465830" sldId="280"/>
            <ac:cxnSpMk id="11" creationId="{2F2327CB-337D-F965-5BFF-12C959BABDFF}"/>
          </ac:cxnSpMkLst>
        </pc:cxnChg>
        <pc:cxnChg chg="add mod">
          <ac:chgData name="FONSECA LORIS" userId="fa4d75a3-5e48-4544-acad-017c364cc9a5" providerId="ADAL" clId="{B7C3D1B5-4B1D-4989-8F79-D935EB4B3DD4}" dt="2025-10-31T18:48:19.078" v="1293" actId="1076"/>
          <ac:cxnSpMkLst>
            <pc:docMk/>
            <pc:sldMk cId="2987465830" sldId="280"/>
            <ac:cxnSpMk id="20" creationId="{995119C9-1545-58FD-5A0E-6891083E0E54}"/>
          </ac:cxnSpMkLst>
        </pc:cxnChg>
        <pc:cxnChg chg="add mod">
          <ac:chgData name="FONSECA LORIS" userId="fa4d75a3-5e48-4544-acad-017c364cc9a5" providerId="ADAL" clId="{B7C3D1B5-4B1D-4989-8F79-D935EB4B3DD4}" dt="2025-10-31T18:51:29.376" v="1441" actId="14100"/>
          <ac:cxnSpMkLst>
            <pc:docMk/>
            <pc:sldMk cId="2987465830" sldId="280"/>
            <ac:cxnSpMk id="21" creationId="{93414375-FEB7-ABEC-451A-A4DB8B1B2400}"/>
          </ac:cxnSpMkLst>
        </pc:cxnChg>
      </pc:sldChg>
      <pc:sldChg chg="addSp modSp add mod">
        <pc:chgData name="FONSECA LORIS" userId="fa4d75a3-5e48-4544-acad-017c364cc9a5" providerId="ADAL" clId="{B7C3D1B5-4B1D-4989-8F79-D935EB4B3DD4}" dt="2025-11-14T18:06:53.237" v="3696" actId="14100"/>
        <pc:sldMkLst>
          <pc:docMk/>
          <pc:sldMk cId="732703671" sldId="282"/>
        </pc:sldMkLst>
        <pc:spChg chg="mod">
          <ac:chgData name="FONSECA LORIS" userId="fa4d75a3-5e48-4544-acad-017c364cc9a5" providerId="ADAL" clId="{B7C3D1B5-4B1D-4989-8F79-D935EB4B3DD4}" dt="2025-10-31T19:29:19.761" v="1942" actId="164"/>
          <ac:spMkLst>
            <pc:docMk/>
            <pc:sldMk cId="732703671" sldId="282"/>
            <ac:spMk id="10" creationId="{5626D6ED-B117-40DB-C73A-B94257DC3323}"/>
          </ac:spMkLst>
        </pc:spChg>
        <pc:spChg chg="mod">
          <ac:chgData name="FONSECA LORIS" userId="fa4d75a3-5e48-4544-acad-017c364cc9a5" providerId="ADAL" clId="{B7C3D1B5-4B1D-4989-8F79-D935EB4B3DD4}" dt="2025-10-31T19:29:46.213" v="1945" actId="207"/>
          <ac:spMkLst>
            <pc:docMk/>
            <pc:sldMk cId="732703671" sldId="282"/>
            <ac:spMk id="23" creationId="{B1B2D7C9-C0DA-1A7F-29B3-29CE9D85E86F}"/>
          </ac:spMkLst>
        </pc:spChg>
        <pc:spChg chg="mod">
          <ac:chgData name="FONSECA LORIS" userId="fa4d75a3-5e48-4544-acad-017c364cc9a5" providerId="ADAL" clId="{B7C3D1B5-4B1D-4989-8F79-D935EB4B3DD4}" dt="2025-10-31T19:29:19.761" v="1942" actId="164"/>
          <ac:spMkLst>
            <pc:docMk/>
            <pc:sldMk cId="732703671" sldId="282"/>
            <ac:spMk id="29" creationId="{9FFA2ABE-FE94-594D-AFDB-825778C6FD60}"/>
          </ac:spMkLst>
        </pc:spChg>
        <pc:spChg chg="mod">
          <ac:chgData name="FONSECA LORIS" userId="fa4d75a3-5e48-4544-acad-017c364cc9a5" providerId="ADAL" clId="{B7C3D1B5-4B1D-4989-8F79-D935EB4B3DD4}" dt="2025-10-31T19:29:19.761" v="1942" actId="164"/>
          <ac:spMkLst>
            <pc:docMk/>
            <pc:sldMk cId="732703671" sldId="282"/>
            <ac:spMk id="31" creationId="{511F960D-D231-0EE0-3244-A1774A512FCD}"/>
          </ac:spMkLst>
        </pc:spChg>
        <pc:spChg chg="mod">
          <ac:chgData name="FONSECA LORIS" userId="fa4d75a3-5e48-4544-acad-017c364cc9a5" providerId="ADAL" clId="{B7C3D1B5-4B1D-4989-8F79-D935EB4B3DD4}" dt="2025-10-31T19:29:19.761" v="1942" actId="164"/>
          <ac:spMkLst>
            <pc:docMk/>
            <pc:sldMk cId="732703671" sldId="282"/>
            <ac:spMk id="33" creationId="{53AFC323-8AD5-1468-9C07-0A5F1B66FB56}"/>
          </ac:spMkLst>
        </pc:spChg>
        <pc:spChg chg="mod">
          <ac:chgData name="FONSECA LORIS" userId="fa4d75a3-5e48-4544-acad-017c364cc9a5" providerId="ADAL" clId="{B7C3D1B5-4B1D-4989-8F79-D935EB4B3DD4}" dt="2025-10-31T19:29:19.761" v="1942" actId="164"/>
          <ac:spMkLst>
            <pc:docMk/>
            <pc:sldMk cId="732703671" sldId="282"/>
            <ac:spMk id="36" creationId="{4F083BFA-81AE-F8C9-BBFC-3A082F9F3B3D}"/>
          </ac:spMkLst>
        </pc:spChg>
        <pc:spChg chg="mod">
          <ac:chgData name="FONSECA LORIS" userId="fa4d75a3-5e48-4544-acad-017c364cc9a5" providerId="ADAL" clId="{B7C3D1B5-4B1D-4989-8F79-D935EB4B3DD4}" dt="2025-10-31T19:29:19.761" v="1942" actId="164"/>
          <ac:spMkLst>
            <pc:docMk/>
            <pc:sldMk cId="732703671" sldId="282"/>
            <ac:spMk id="38" creationId="{7A8052FA-14A3-BA8E-AF22-A3F73539F023}"/>
          </ac:spMkLst>
        </pc:spChg>
        <pc:spChg chg="mod">
          <ac:chgData name="FONSECA LORIS" userId="fa4d75a3-5e48-4544-acad-017c364cc9a5" providerId="ADAL" clId="{B7C3D1B5-4B1D-4989-8F79-D935EB4B3DD4}" dt="2025-10-31T19:29:00.040" v="1939" actId="14100"/>
          <ac:spMkLst>
            <pc:docMk/>
            <pc:sldMk cId="732703671" sldId="282"/>
            <ac:spMk id="52" creationId="{7609F1E5-BA8D-CCB3-A682-E5FA7B289E26}"/>
          </ac:spMkLst>
        </pc:spChg>
        <pc:spChg chg="mod">
          <ac:chgData name="FONSECA LORIS" userId="fa4d75a3-5e48-4544-acad-017c364cc9a5" providerId="ADAL" clId="{B7C3D1B5-4B1D-4989-8F79-D935EB4B3DD4}" dt="2025-10-31T20:21:54.359" v="2516" actId="207"/>
          <ac:spMkLst>
            <pc:docMk/>
            <pc:sldMk cId="732703671" sldId="282"/>
            <ac:spMk id="73" creationId="{51ACDF74-4264-FBEA-29FF-1BC8429DDED9}"/>
          </ac:spMkLst>
        </pc:spChg>
        <pc:grpChg chg="mod">
          <ac:chgData name="FONSECA LORIS" userId="fa4d75a3-5e48-4544-acad-017c364cc9a5" providerId="ADAL" clId="{B7C3D1B5-4B1D-4989-8F79-D935EB4B3DD4}" dt="2025-10-31T19:29:32.528" v="1943" actId="1076"/>
          <ac:grpSpMkLst>
            <pc:docMk/>
            <pc:sldMk cId="732703671" sldId="282"/>
            <ac:grpSpMk id="4" creationId="{97ED56D6-E601-6FFA-B9EA-5B60DF2EFEEF}"/>
          </ac:grpSpMkLst>
        </pc:grpChg>
        <pc:picChg chg="mod">
          <ac:chgData name="FONSECA LORIS" userId="fa4d75a3-5e48-4544-acad-017c364cc9a5" providerId="ADAL" clId="{B7C3D1B5-4B1D-4989-8F79-D935EB4B3DD4}" dt="2025-10-31T19:29:19.761" v="1942" actId="164"/>
          <ac:picMkLst>
            <pc:docMk/>
            <pc:sldMk cId="732703671" sldId="282"/>
            <ac:picMk id="3" creationId="{E5E116A6-E10E-B0C4-FE8A-6AA4CFA0C040}"/>
          </ac:picMkLst>
        </pc:picChg>
        <pc:picChg chg="mod">
          <ac:chgData name="FONSECA LORIS" userId="fa4d75a3-5e48-4544-acad-017c364cc9a5" providerId="ADAL" clId="{B7C3D1B5-4B1D-4989-8F79-D935EB4B3DD4}" dt="2025-10-31T19:29:19.761" v="1942" actId="164"/>
          <ac:picMkLst>
            <pc:docMk/>
            <pc:sldMk cId="732703671" sldId="282"/>
            <ac:picMk id="56" creationId="{5652FAB0-FB11-80A9-94C8-3B38747D4541}"/>
          </ac:picMkLst>
        </pc:picChg>
        <pc:picChg chg="mod">
          <ac:chgData name="FONSECA LORIS" userId="fa4d75a3-5e48-4544-acad-017c364cc9a5" providerId="ADAL" clId="{B7C3D1B5-4B1D-4989-8F79-D935EB4B3DD4}" dt="2025-10-31T19:29:16.675" v="1941" actId="1076"/>
          <ac:picMkLst>
            <pc:docMk/>
            <pc:sldMk cId="732703671" sldId="282"/>
            <ac:picMk id="58" creationId="{4DB73B3B-D26B-6D3F-D60D-5FB33E192116}"/>
          </ac:picMkLst>
        </pc:picChg>
        <pc:picChg chg="mod">
          <ac:chgData name="FONSECA LORIS" userId="fa4d75a3-5e48-4544-acad-017c364cc9a5" providerId="ADAL" clId="{B7C3D1B5-4B1D-4989-8F79-D935EB4B3DD4}" dt="2025-10-31T19:29:19.761" v="1942" actId="164"/>
          <ac:picMkLst>
            <pc:docMk/>
            <pc:sldMk cId="732703671" sldId="282"/>
            <ac:picMk id="60" creationId="{190482BC-0D16-5B5D-437D-D0EF4E9F19DC}"/>
          </ac:picMkLst>
        </pc:picChg>
        <pc:picChg chg="mod">
          <ac:chgData name="FONSECA LORIS" userId="fa4d75a3-5e48-4544-acad-017c364cc9a5" providerId="ADAL" clId="{B7C3D1B5-4B1D-4989-8F79-D935EB4B3DD4}" dt="2025-10-31T19:29:19.761" v="1942" actId="164"/>
          <ac:picMkLst>
            <pc:docMk/>
            <pc:sldMk cId="732703671" sldId="282"/>
            <ac:picMk id="64" creationId="{D4EC1B45-175B-CB2E-FEC7-D813C4EC2DA8}"/>
          </ac:picMkLst>
        </pc:picChg>
        <pc:cxnChg chg="mod">
          <ac:chgData name="FONSECA LORIS" userId="fa4d75a3-5e48-4544-acad-017c364cc9a5" providerId="ADAL" clId="{B7C3D1B5-4B1D-4989-8F79-D935EB4B3DD4}" dt="2025-11-14T18:06:53.237" v="3696" actId="14100"/>
          <ac:cxnSpMkLst>
            <pc:docMk/>
            <pc:sldMk cId="732703671" sldId="282"/>
            <ac:cxnSpMk id="15" creationId="{8BA2BD9A-3401-B558-EC73-56B2BC9964CE}"/>
          </ac:cxnSpMkLst>
        </pc:cxnChg>
        <pc:cxnChg chg="mod">
          <ac:chgData name="FONSECA LORIS" userId="fa4d75a3-5e48-4544-acad-017c364cc9a5" providerId="ADAL" clId="{B7C3D1B5-4B1D-4989-8F79-D935EB4B3DD4}" dt="2025-10-31T19:25:19.506" v="1915" actId="1036"/>
          <ac:cxnSpMkLst>
            <pc:docMk/>
            <pc:sldMk cId="732703671" sldId="282"/>
            <ac:cxnSpMk id="71" creationId="{AD9D3BBA-2087-FC9F-BB16-CBB63B32B831}"/>
          </ac:cxnSpMkLst>
        </pc:cxnChg>
        <pc:cxnChg chg="mod">
          <ac:chgData name="FONSECA LORIS" userId="fa4d75a3-5e48-4544-acad-017c364cc9a5" providerId="ADAL" clId="{B7C3D1B5-4B1D-4989-8F79-D935EB4B3DD4}" dt="2025-10-31T19:25:27.395" v="1925" actId="1035"/>
          <ac:cxnSpMkLst>
            <pc:docMk/>
            <pc:sldMk cId="732703671" sldId="282"/>
            <ac:cxnSpMk id="74" creationId="{9602CED1-FC59-E30B-8E10-69ED8B257763}"/>
          </ac:cxnSpMkLst>
        </pc:cxnChg>
        <pc:cxnChg chg="mod">
          <ac:chgData name="FONSECA LORIS" userId="fa4d75a3-5e48-4544-acad-017c364cc9a5" providerId="ADAL" clId="{B7C3D1B5-4B1D-4989-8F79-D935EB4B3DD4}" dt="2025-10-31T19:25:12.101" v="1909" actId="1582"/>
          <ac:cxnSpMkLst>
            <pc:docMk/>
            <pc:sldMk cId="732703671" sldId="282"/>
            <ac:cxnSpMk id="75" creationId="{C6F26217-8631-59D6-6200-2954023DDD24}"/>
          </ac:cxnSpMkLst>
        </pc:cxnChg>
        <pc:cxnChg chg="mod">
          <ac:chgData name="FONSECA LORIS" userId="fa4d75a3-5e48-4544-acad-017c364cc9a5" providerId="ADAL" clId="{B7C3D1B5-4B1D-4989-8F79-D935EB4B3DD4}" dt="2025-10-31T19:25:12.101" v="1909" actId="1582"/>
          <ac:cxnSpMkLst>
            <pc:docMk/>
            <pc:sldMk cId="732703671" sldId="282"/>
            <ac:cxnSpMk id="77" creationId="{7E43CB3A-3F4D-784B-859F-73596C6BD290}"/>
          </ac:cxnSpMkLst>
        </pc:cxnChg>
      </pc:sldChg>
      <pc:sldChg chg="addSp delSp modSp add mod ord">
        <pc:chgData name="FONSECA LORIS" userId="fa4d75a3-5e48-4544-acad-017c364cc9a5" providerId="ADAL" clId="{B7C3D1B5-4B1D-4989-8F79-D935EB4B3DD4}" dt="2025-10-31T20:22:25.886" v="2522" actId="207"/>
        <pc:sldMkLst>
          <pc:docMk/>
          <pc:sldMk cId="3409632128" sldId="283"/>
        </pc:sldMkLst>
        <pc:spChg chg="add mod">
          <ac:chgData name="FONSECA LORIS" userId="fa4d75a3-5e48-4544-acad-017c364cc9a5" providerId="ADAL" clId="{B7C3D1B5-4B1D-4989-8F79-D935EB4B3DD4}" dt="2025-10-31T19:49:17.464" v="2444" actId="164"/>
          <ac:spMkLst>
            <pc:docMk/>
            <pc:sldMk cId="3409632128" sldId="283"/>
            <ac:spMk id="4" creationId="{DD39540D-8E87-3034-E0DA-E61476BA2FD0}"/>
          </ac:spMkLst>
        </pc:spChg>
        <pc:spChg chg="add mod">
          <ac:chgData name="FONSECA LORIS" userId="fa4d75a3-5e48-4544-acad-017c364cc9a5" providerId="ADAL" clId="{B7C3D1B5-4B1D-4989-8F79-D935EB4B3DD4}" dt="2025-10-31T19:49:17.464" v="2444" actId="164"/>
          <ac:spMkLst>
            <pc:docMk/>
            <pc:sldMk cId="3409632128" sldId="283"/>
            <ac:spMk id="7" creationId="{52DDE686-7B91-8E55-2262-2E64CEB8D4B0}"/>
          </ac:spMkLst>
        </pc:spChg>
        <pc:spChg chg="add mod">
          <ac:chgData name="FONSECA LORIS" userId="fa4d75a3-5e48-4544-acad-017c364cc9a5" providerId="ADAL" clId="{B7C3D1B5-4B1D-4989-8F79-D935EB4B3DD4}" dt="2025-10-31T19:49:17.464" v="2444" actId="164"/>
          <ac:spMkLst>
            <pc:docMk/>
            <pc:sldMk cId="3409632128" sldId="283"/>
            <ac:spMk id="8" creationId="{42EB1577-7DF1-F8A9-7E58-589F886156CD}"/>
          </ac:spMkLst>
        </pc:spChg>
        <pc:spChg chg="add mod">
          <ac:chgData name="FONSECA LORIS" userId="fa4d75a3-5e48-4544-acad-017c364cc9a5" providerId="ADAL" clId="{B7C3D1B5-4B1D-4989-8F79-D935EB4B3DD4}" dt="2025-10-31T19:49:17.464" v="2444" actId="164"/>
          <ac:spMkLst>
            <pc:docMk/>
            <pc:sldMk cId="3409632128" sldId="283"/>
            <ac:spMk id="14" creationId="{409B5513-DA7F-3947-0FA6-01D1E31B32DD}"/>
          </ac:spMkLst>
        </pc:spChg>
        <pc:spChg chg="add mod">
          <ac:chgData name="FONSECA LORIS" userId="fa4d75a3-5e48-4544-acad-017c364cc9a5" providerId="ADAL" clId="{B7C3D1B5-4B1D-4989-8F79-D935EB4B3DD4}" dt="2025-10-31T19:49:17.464" v="2444" actId="164"/>
          <ac:spMkLst>
            <pc:docMk/>
            <pc:sldMk cId="3409632128" sldId="283"/>
            <ac:spMk id="15" creationId="{060F2B1F-E69F-EA47-E070-3F5A25C09AA4}"/>
          </ac:spMkLst>
        </pc:spChg>
        <pc:spChg chg="add mod">
          <ac:chgData name="FONSECA LORIS" userId="fa4d75a3-5e48-4544-acad-017c364cc9a5" providerId="ADAL" clId="{B7C3D1B5-4B1D-4989-8F79-D935EB4B3DD4}" dt="2025-10-31T19:49:17.464" v="2444" actId="164"/>
          <ac:spMkLst>
            <pc:docMk/>
            <pc:sldMk cId="3409632128" sldId="283"/>
            <ac:spMk id="17" creationId="{A2B7F9E4-0C1E-5A94-BD92-25B48CD75700}"/>
          </ac:spMkLst>
        </pc:spChg>
        <pc:spChg chg="add mod">
          <ac:chgData name="FONSECA LORIS" userId="fa4d75a3-5e48-4544-acad-017c364cc9a5" providerId="ADAL" clId="{B7C3D1B5-4B1D-4989-8F79-D935EB4B3DD4}" dt="2025-10-31T19:49:17.464" v="2444" actId="164"/>
          <ac:spMkLst>
            <pc:docMk/>
            <pc:sldMk cId="3409632128" sldId="283"/>
            <ac:spMk id="18" creationId="{E9960DB2-AD13-355C-19F1-992C2056A75B}"/>
          </ac:spMkLst>
        </pc:spChg>
        <pc:spChg chg="mod">
          <ac:chgData name="FONSECA LORIS" userId="fa4d75a3-5e48-4544-acad-017c364cc9a5" providerId="ADAL" clId="{B7C3D1B5-4B1D-4989-8F79-D935EB4B3DD4}" dt="2025-10-31T19:32:57.156" v="1964" actId="20577"/>
          <ac:spMkLst>
            <pc:docMk/>
            <pc:sldMk cId="3409632128" sldId="283"/>
            <ac:spMk id="23" creationId="{3EF7C186-09C9-1DCC-B3C7-34358AF71366}"/>
          </ac:spMkLst>
        </pc:spChg>
        <pc:spChg chg="add mod">
          <ac:chgData name="FONSECA LORIS" userId="fa4d75a3-5e48-4544-acad-017c364cc9a5" providerId="ADAL" clId="{B7C3D1B5-4B1D-4989-8F79-D935EB4B3DD4}" dt="2025-10-31T19:49:17.464" v="2444" actId="164"/>
          <ac:spMkLst>
            <pc:docMk/>
            <pc:sldMk cId="3409632128" sldId="283"/>
            <ac:spMk id="24" creationId="{1643F747-C895-A1D4-953E-8F753642066A}"/>
          </ac:spMkLst>
        </pc:spChg>
        <pc:spChg chg="add mod">
          <ac:chgData name="FONSECA LORIS" userId="fa4d75a3-5e48-4544-acad-017c364cc9a5" providerId="ADAL" clId="{B7C3D1B5-4B1D-4989-8F79-D935EB4B3DD4}" dt="2025-10-31T19:49:17.464" v="2444" actId="164"/>
          <ac:spMkLst>
            <pc:docMk/>
            <pc:sldMk cId="3409632128" sldId="283"/>
            <ac:spMk id="25" creationId="{4D25A9FD-04E7-F115-7C7F-227DAFD7C502}"/>
          </ac:spMkLst>
        </pc:spChg>
        <pc:spChg chg="add mod">
          <ac:chgData name="FONSECA LORIS" userId="fa4d75a3-5e48-4544-acad-017c364cc9a5" providerId="ADAL" clId="{B7C3D1B5-4B1D-4989-8F79-D935EB4B3DD4}" dt="2025-10-31T19:49:17.464" v="2444" actId="164"/>
          <ac:spMkLst>
            <pc:docMk/>
            <pc:sldMk cId="3409632128" sldId="283"/>
            <ac:spMk id="26" creationId="{02E1764E-2DAE-9ECE-5CC7-0756E3627637}"/>
          </ac:spMkLst>
        </pc:spChg>
        <pc:spChg chg="add mod">
          <ac:chgData name="FONSECA LORIS" userId="fa4d75a3-5e48-4544-acad-017c364cc9a5" providerId="ADAL" clId="{B7C3D1B5-4B1D-4989-8F79-D935EB4B3DD4}" dt="2025-10-31T19:48:29.803" v="2421" actId="1076"/>
          <ac:spMkLst>
            <pc:docMk/>
            <pc:sldMk cId="3409632128" sldId="283"/>
            <ac:spMk id="33" creationId="{A8182A03-9B80-AF72-2C5F-C03973679DE2}"/>
          </ac:spMkLst>
        </pc:spChg>
        <pc:spChg chg="mod">
          <ac:chgData name="FONSECA LORIS" userId="fa4d75a3-5e48-4544-acad-017c364cc9a5" providerId="ADAL" clId="{B7C3D1B5-4B1D-4989-8F79-D935EB4B3DD4}" dt="2025-10-31T20:22:25.886" v="2522" actId="207"/>
          <ac:spMkLst>
            <pc:docMk/>
            <pc:sldMk cId="3409632128" sldId="283"/>
            <ac:spMk id="73" creationId="{DEFC2137-22BD-5D96-EF88-67B07A348E9E}"/>
          </ac:spMkLst>
        </pc:spChg>
        <pc:grpChg chg="mod">
          <ac:chgData name="FONSECA LORIS" userId="fa4d75a3-5e48-4544-acad-017c364cc9a5" providerId="ADAL" clId="{B7C3D1B5-4B1D-4989-8F79-D935EB4B3DD4}" dt="2025-10-31T19:49:26.020" v="2445" actId="1076"/>
          <ac:grpSpMkLst>
            <pc:docMk/>
            <pc:sldMk cId="3409632128" sldId="283"/>
            <ac:grpSpMk id="140" creationId="{87CA0290-8C0E-8589-D7F7-A70E51B408DA}"/>
          </ac:grpSpMkLst>
        </pc:grpChg>
        <pc:cxnChg chg="add mod">
          <ac:chgData name="FONSECA LORIS" userId="fa4d75a3-5e48-4544-acad-017c364cc9a5" providerId="ADAL" clId="{B7C3D1B5-4B1D-4989-8F79-D935EB4B3DD4}" dt="2025-10-31T19:47:39.691" v="2323" actId="14100"/>
          <ac:cxnSpMkLst>
            <pc:docMk/>
            <pc:sldMk cId="3409632128" sldId="283"/>
            <ac:cxnSpMk id="38" creationId="{5579E306-E784-3F17-42A4-1716E96ECC0D}"/>
          </ac:cxnSpMkLst>
        </pc:cxnChg>
        <pc:cxnChg chg="add mod">
          <ac:chgData name="FONSECA LORIS" userId="fa4d75a3-5e48-4544-acad-017c364cc9a5" providerId="ADAL" clId="{B7C3D1B5-4B1D-4989-8F79-D935EB4B3DD4}" dt="2025-10-31T19:47:49.299" v="2325" actId="1076"/>
          <ac:cxnSpMkLst>
            <pc:docMk/>
            <pc:sldMk cId="3409632128" sldId="283"/>
            <ac:cxnSpMk id="46" creationId="{208B3874-F506-FC86-7C68-4186144043EC}"/>
          </ac:cxnSpMkLst>
        </pc:cxnChg>
        <pc:cxnChg chg="add mod">
          <ac:chgData name="FONSECA LORIS" userId="fa4d75a3-5e48-4544-acad-017c364cc9a5" providerId="ADAL" clId="{B7C3D1B5-4B1D-4989-8F79-D935EB4B3DD4}" dt="2025-10-31T19:47:43.194" v="2324" actId="1076"/>
          <ac:cxnSpMkLst>
            <pc:docMk/>
            <pc:sldMk cId="3409632128" sldId="283"/>
            <ac:cxnSpMk id="48" creationId="{F9CCA686-96C7-0BDA-721A-683AC9AD5155}"/>
          </ac:cxnSpMkLst>
        </pc:cxnChg>
        <pc:cxnChg chg="add mod">
          <ac:chgData name="FONSECA LORIS" userId="fa4d75a3-5e48-4544-acad-017c364cc9a5" providerId="ADAL" clId="{B7C3D1B5-4B1D-4989-8F79-D935EB4B3DD4}" dt="2025-10-31T19:47:36.532" v="2322" actId="14100"/>
          <ac:cxnSpMkLst>
            <pc:docMk/>
            <pc:sldMk cId="3409632128" sldId="283"/>
            <ac:cxnSpMk id="50" creationId="{351729BB-E539-2CF7-3452-40C195B49D1B}"/>
          </ac:cxnSpMkLst>
        </pc:cxnChg>
        <pc:cxnChg chg="add mod">
          <ac:chgData name="FONSECA LORIS" userId="fa4d75a3-5e48-4544-acad-017c364cc9a5" providerId="ADAL" clId="{B7C3D1B5-4B1D-4989-8F79-D935EB4B3DD4}" dt="2025-10-31T19:48:36.843" v="2423" actId="14100"/>
          <ac:cxnSpMkLst>
            <pc:docMk/>
            <pc:sldMk cId="3409632128" sldId="283"/>
            <ac:cxnSpMk id="59" creationId="{B9BAAFFC-9EBA-E644-15DB-DBB2335C8D8F}"/>
          </ac:cxnSpMkLst>
        </pc:cxnChg>
        <pc:cxnChg chg="add mod">
          <ac:chgData name="FONSECA LORIS" userId="fa4d75a3-5e48-4544-acad-017c364cc9a5" providerId="ADAL" clId="{B7C3D1B5-4B1D-4989-8F79-D935EB4B3DD4}" dt="2025-10-31T19:49:49.450" v="2446" actId="14100"/>
          <ac:cxnSpMkLst>
            <pc:docMk/>
            <pc:sldMk cId="3409632128" sldId="283"/>
            <ac:cxnSpMk id="72" creationId="{95AFCBB4-02D8-5977-067A-5C99F79789E0}"/>
          </ac:cxnSpMkLst>
        </pc:cxnChg>
        <pc:cxnChg chg="add mod">
          <ac:chgData name="FONSECA LORIS" userId="fa4d75a3-5e48-4544-acad-017c364cc9a5" providerId="ADAL" clId="{B7C3D1B5-4B1D-4989-8F79-D935EB4B3DD4}" dt="2025-10-31T19:48:26.453" v="2420" actId="1076"/>
          <ac:cxnSpMkLst>
            <pc:docMk/>
            <pc:sldMk cId="3409632128" sldId="283"/>
            <ac:cxnSpMk id="96" creationId="{5295A726-9970-4D3B-C1D7-6C937F697553}"/>
          </ac:cxnSpMkLst>
        </pc:cxnChg>
        <pc:cxnChg chg="add mod">
          <ac:chgData name="FONSECA LORIS" userId="fa4d75a3-5e48-4544-acad-017c364cc9a5" providerId="ADAL" clId="{B7C3D1B5-4B1D-4989-8F79-D935EB4B3DD4}" dt="2025-10-31T19:48:24.300" v="2419" actId="1076"/>
          <ac:cxnSpMkLst>
            <pc:docMk/>
            <pc:sldMk cId="3409632128" sldId="283"/>
            <ac:cxnSpMk id="99" creationId="{86308474-33EE-EA80-0E2E-020BFEB7A66B}"/>
          </ac:cxnSpMkLst>
        </pc:cxnChg>
        <pc:cxnChg chg="add mod">
          <ac:chgData name="FONSECA LORIS" userId="fa4d75a3-5e48-4544-acad-017c364cc9a5" providerId="ADAL" clId="{B7C3D1B5-4B1D-4989-8F79-D935EB4B3DD4}" dt="2025-10-31T19:48:45.339" v="2443" actId="1038"/>
          <ac:cxnSpMkLst>
            <pc:docMk/>
            <pc:sldMk cId="3409632128" sldId="283"/>
            <ac:cxnSpMk id="102" creationId="{FD7DC38E-9138-154D-CEC0-0F114FA525C7}"/>
          </ac:cxnSpMkLst>
        </pc:cxnChg>
        <pc:cxnChg chg="add mod">
          <ac:chgData name="FONSECA LORIS" userId="fa4d75a3-5e48-4544-acad-017c364cc9a5" providerId="ADAL" clId="{B7C3D1B5-4B1D-4989-8F79-D935EB4B3DD4}" dt="2025-10-31T19:48:45.339" v="2443" actId="1038"/>
          <ac:cxnSpMkLst>
            <pc:docMk/>
            <pc:sldMk cId="3409632128" sldId="283"/>
            <ac:cxnSpMk id="107" creationId="{258E7265-E46A-D65A-23E2-4AA47FF275A4}"/>
          </ac:cxnSpMkLst>
        </pc:cxnChg>
      </pc:sldChg>
      <pc:sldChg chg="addSp delSp modSp add del mod ord">
        <pc:chgData name="FONSECA LORIS" userId="fa4d75a3-5e48-4544-acad-017c364cc9a5" providerId="ADAL" clId="{B7C3D1B5-4B1D-4989-8F79-D935EB4B3DD4}" dt="2025-11-21T15:40:41.735" v="5511" actId="47"/>
        <pc:sldMkLst>
          <pc:docMk/>
          <pc:sldMk cId="3987174605" sldId="284"/>
        </pc:sldMkLst>
      </pc:sldChg>
      <pc:sldChg chg="addSp delSp modSp add mod ord">
        <pc:chgData name="FONSECA LORIS" userId="fa4d75a3-5e48-4544-acad-017c364cc9a5" providerId="ADAL" clId="{B7C3D1B5-4B1D-4989-8F79-D935EB4B3DD4}" dt="2025-11-14T19:46:17.268" v="4935" actId="1036"/>
        <pc:sldMkLst>
          <pc:docMk/>
          <pc:sldMk cId="2456893263" sldId="285"/>
        </pc:sldMkLst>
        <pc:spChg chg="mod topLvl">
          <ac:chgData name="FONSECA LORIS" userId="fa4d75a3-5e48-4544-acad-017c364cc9a5" providerId="ADAL" clId="{B7C3D1B5-4B1D-4989-8F79-D935EB4B3DD4}" dt="2025-11-14T19:46:17.268" v="4935" actId="1036"/>
          <ac:spMkLst>
            <pc:docMk/>
            <pc:sldMk cId="2456893263" sldId="285"/>
            <ac:spMk id="5" creationId="{1E022457-A5D7-1D27-C478-393711A5E2E0}"/>
          </ac:spMkLst>
        </pc:spChg>
        <pc:spChg chg="mod">
          <ac:chgData name="FONSECA LORIS" userId="fa4d75a3-5e48-4544-acad-017c364cc9a5" providerId="ADAL" clId="{B7C3D1B5-4B1D-4989-8F79-D935EB4B3DD4}" dt="2025-11-14T19:16:35.228" v="4621" actId="207"/>
          <ac:spMkLst>
            <pc:docMk/>
            <pc:sldMk cId="2456893263" sldId="285"/>
            <ac:spMk id="9" creationId="{BFED5C1E-C5C8-7E2B-CBFF-0070FF2F1E5E}"/>
          </ac:spMkLst>
        </pc:spChg>
        <pc:spChg chg="mod">
          <ac:chgData name="FONSECA LORIS" userId="fa4d75a3-5e48-4544-acad-017c364cc9a5" providerId="ADAL" clId="{B7C3D1B5-4B1D-4989-8F79-D935EB4B3DD4}" dt="2025-11-14T19:21:01.203" v="4708" actId="165"/>
          <ac:spMkLst>
            <pc:docMk/>
            <pc:sldMk cId="2456893263" sldId="285"/>
            <ac:spMk id="10" creationId="{EEC78068-3CC4-96EA-6381-0C87E0BCF5CD}"/>
          </ac:spMkLst>
        </pc:spChg>
        <pc:spChg chg="add mod">
          <ac:chgData name="FONSECA LORIS" userId="fa4d75a3-5e48-4544-acad-017c364cc9a5" providerId="ADAL" clId="{B7C3D1B5-4B1D-4989-8F79-D935EB4B3DD4}" dt="2025-11-14T19:46:17.268" v="4935" actId="1036"/>
          <ac:spMkLst>
            <pc:docMk/>
            <pc:sldMk cId="2456893263" sldId="285"/>
            <ac:spMk id="11" creationId="{05A73D66-6971-A490-0C84-9EC18B4D7D2A}"/>
          </ac:spMkLst>
        </pc:spChg>
        <pc:spChg chg="mod">
          <ac:chgData name="FONSECA LORIS" userId="fa4d75a3-5e48-4544-acad-017c364cc9a5" providerId="ADAL" clId="{B7C3D1B5-4B1D-4989-8F79-D935EB4B3DD4}" dt="2025-11-14T19:16:35.228" v="4621" actId="207"/>
          <ac:spMkLst>
            <pc:docMk/>
            <pc:sldMk cId="2456893263" sldId="285"/>
            <ac:spMk id="13" creationId="{3EAB2CFE-7D2C-ABA7-F2AA-DB3CF8DEA62F}"/>
          </ac:spMkLst>
        </pc:spChg>
        <pc:spChg chg="mod">
          <ac:chgData name="FONSECA LORIS" userId="fa4d75a3-5e48-4544-acad-017c364cc9a5" providerId="ADAL" clId="{B7C3D1B5-4B1D-4989-8F79-D935EB4B3DD4}" dt="2025-11-14T19:01:06.057" v="4339"/>
          <ac:spMkLst>
            <pc:docMk/>
            <pc:sldMk cId="2456893263" sldId="285"/>
            <ac:spMk id="14" creationId="{E0513AFA-B56C-199B-78DF-13AF98E1224F}"/>
          </ac:spMkLst>
        </pc:spChg>
        <pc:spChg chg="add mod topLvl">
          <ac:chgData name="FONSECA LORIS" userId="fa4d75a3-5e48-4544-acad-017c364cc9a5" providerId="ADAL" clId="{B7C3D1B5-4B1D-4989-8F79-D935EB4B3DD4}" dt="2025-11-14T19:46:17.268" v="4935" actId="1036"/>
          <ac:spMkLst>
            <pc:docMk/>
            <pc:sldMk cId="2456893263" sldId="285"/>
            <ac:spMk id="15" creationId="{F90C0B63-74D3-51FB-1406-5860E501A621}"/>
          </ac:spMkLst>
        </pc:spChg>
        <pc:spChg chg="add mod">
          <ac:chgData name="FONSECA LORIS" userId="fa4d75a3-5e48-4544-acad-017c364cc9a5" providerId="ADAL" clId="{B7C3D1B5-4B1D-4989-8F79-D935EB4B3DD4}" dt="2025-11-14T19:46:17.268" v="4935" actId="1036"/>
          <ac:spMkLst>
            <pc:docMk/>
            <pc:sldMk cId="2456893263" sldId="285"/>
            <ac:spMk id="18" creationId="{AC26FC34-B413-D2A5-8E9D-BC287CC2456B}"/>
          </ac:spMkLst>
        </pc:spChg>
        <pc:spChg chg="mod">
          <ac:chgData name="FONSECA LORIS" userId="fa4d75a3-5e48-4544-acad-017c364cc9a5" providerId="ADAL" clId="{B7C3D1B5-4B1D-4989-8F79-D935EB4B3DD4}" dt="2025-11-14T19:24:35.349" v="4793" actId="1076"/>
          <ac:spMkLst>
            <pc:docMk/>
            <pc:sldMk cId="2456893263" sldId="285"/>
            <ac:spMk id="23" creationId="{B99BA7A3-3EA3-790C-9E24-847A9202D33C}"/>
          </ac:spMkLst>
        </pc:spChg>
        <pc:spChg chg="add mod topLvl">
          <ac:chgData name="FONSECA LORIS" userId="fa4d75a3-5e48-4544-acad-017c364cc9a5" providerId="ADAL" clId="{B7C3D1B5-4B1D-4989-8F79-D935EB4B3DD4}" dt="2025-11-14T19:46:17.268" v="4935" actId="1036"/>
          <ac:spMkLst>
            <pc:docMk/>
            <pc:sldMk cId="2456893263" sldId="285"/>
            <ac:spMk id="26" creationId="{3B8ACD17-C245-14AF-AD42-54EAFB95443F}"/>
          </ac:spMkLst>
        </pc:spChg>
        <pc:spChg chg="add mod topLvl">
          <ac:chgData name="FONSECA LORIS" userId="fa4d75a3-5e48-4544-acad-017c364cc9a5" providerId="ADAL" clId="{B7C3D1B5-4B1D-4989-8F79-D935EB4B3DD4}" dt="2025-11-14T19:46:17.268" v="4935" actId="1036"/>
          <ac:spMkLst>
            <pc:docMk/>
            <pc:sldMk cId="2456893263" sldId="285"/>
            <ac:spMk id="27" creationId="{22EBC5F8-5422-DA62-FEA2-3986A35F781B}"/>
          </ac:spMkLst>
        </pc:spChg>
        <pc:spChg chg="add mod">
          <ac:chgData name="FONSECA LORIS" userId="fa4d75a3-5e48-4544-acad-017c364cc9a5" providerId="ADAL" clId="{B7C3D1B5-4B1D-4989-8F79-D935EB4B3DD4}" dt="2025-11-14T19:07:12.140" v="4500" actId="164"/>
          <ac:spMkLst>
            <pc:docMk/>
            <pc:sldMk cId="2456893263" sldId="285"/>
            <ac:spMk id="28" creationId="{16CEB7B4-BD9D-66D8-6474-2BDD2E7C87A5}"/>
          </ac:spMkLst>
        </pc:spChg>
        <pc:spChg chg="add mod">
          <ac:chgData name="FONSECA LORIS" userId="fa4d75a3-5e48-4544-acad-017c364cc9a5" providerId="ADAL" clId="{B7C3D1B5-4B1D-4989-8F79-D935EB4B3DD4}" dt="2025-11-14T19:46:17.268" v="4935" actId="1036"/>
          <ac:spMkLst>
            <pc:docMk/>
            <pc:sldMk cId="2456893263" sldId="285"/>
            <ac:spMk id="29" creationId="{4B04F4BB-0DF5-F21F-C1A7-4BBE4B684A82}"/>
          </ac:spMkLst>
        </pc:spChg>
        <pc:spChg chg="mod">
          <ac:chgData name="FONSECA LORIS" userId="fa4d75a3-5e48-4544-acad-017c364cc9a5" providerId="ADAL" clId="{B7C3D1B5-4B1D-4989-8F79-D935EB4B3DD4}" dt="2025-11-14T19:21:01.203" v="4708" actId="165"/>
          <ac:spMkLst>
            <pc:docMk/>
            <pc:sldMk cId="2456893263" sldId="285"/>
            <ac:spMk id="35" creationId="{01361026-6D00-7C18-AD97-2176D00F80FA}"/>
          </ac:spMkLst>
        </pc:spChg>
        <pc:spChg chg="mod">
          <ac:chgData name="FONSECA LORIS" userId="fa4d75a3-5e48-4544-acad-017c364cc9a5" providerId="ADAL" clId="{B7C3D1B5-4B1D-4989-8F79-D935EB4B3DD4}" dt="2025-11-14T19:21:01.203" v="4708" actId="165"/>
          <ac:spMkLst>
            <pc:docMk/>
            <pc:sldMk cId="2456893263" sldId="285"/>
            <ac:spMk id="36" creationId="{A7CE0D94-DAF1-FD43-4353-EF4957957D39}"/>
          </ac:spMkLst>
        </pc:spChg>
        <pc:spChg chg="add mod">
          <ac:chgData name="FONSECA LORIS" userId="fa4d75a3-5e48-4544-acad-017c364cc9a5" providerId="ADAL" clId="{B7C3D1B5-4B1D-4989-8F79-D935EB4B3DD4}" dt="2025-11-14T19:46:17.268" v="4935" actId="1036"/>
          <ac:spMkLst>
            <pc:docMk/>
            <pc:sldMk cId="2456893263" sldId="285"/>
            <ac:spMk id="37" creationId="{4847CDD4-5E01-763A-81C9-C580E515CFEF}"/>
          </ac:spMkLst>
        </pc:spChg>
        <pc:spChg chg="mod">
          <ac:chgData name="FONSECA LORIS" userId="fa4d75a3-5e48-4544-acad-017c364cc9a5" providerId="ADAL" clId="{B7C3D1B5-4B1D-4989-8F79-D935EB4B3DD4}" dt="2025-11-14T19:21:11.543" v="4711" actId="165"/>
          <ac:spMkLst>
            <pc:docMk/>
            <pc:sldMk cId="2456893263" sldId="285"/>
            <ac:spMk id="42" creationId="{4302B4FC-52B0-EB9B-B6BD-4413F1B38367}"/>
          </ac:spMkLst>
        </pc:spChg>
        <pc:spChg chg="mod">
          <ac:chgData name="FONSECA LORIS" userId="fa4d75a3-5e48-4544-acad-017c364cc9a5" providerId="ADAL" clId="{B7C3D1B5-4B1D-4989-8F79-D935EB4B3DD4}" dt="2025-11-14T19:21:11.543" v="4711" actId="165"/>
          <ac:spMkLst>
            <pc:docMk/>
            <pc:sldMk cId="2456893263" sldId="285"/>
            <ac:spMk id="43" creationId="{14FDE685-0476-E283-9703-CA66EDB8FB0F}"/>
          </ac:spMkLst>
        </pc:spChg>
        <pc:spChg chg="add mod topLvl">
          <ac:chgData name="FONSECA LORIS" userId="fa4d75a3-5e48-4544-acad-017c364cc9a5" providerId="ADAL" clId="{B7C3D1B5-4B1D-4989-8F79-D935EB4B3DD4}" dt="2025-11-14T19:21:37.389" v="4745" actId="1076"/>
          <ac:spMkLst>
            <pc:docMk/>
            <pc:sldMk cId="2456893263" sldId="285"/>
            <ac:spMk id="44" creationId="{5F2C9FEB-D1E6-5214-4F42-90A26CD6B0DD}"/>
          </ac:spMkLst>
        </pc:spChg>
        <pc:spChg chg="mod">
          <ac:chgData name="FONSECA LORIS" userId="fa4d75a3-5e48-4544-acad-017c364cc9a5" providerId="ADAL" clId="{B7C3D1B5-4B1D-4989-8F79-D935EB4B3DD4}" dt="2025-11-14T19:21:11.543" v="4711" actId="165"/>
          <ac:spMkLst>
            <pc:docMk/>
            <pc:sldMk cId="2456893263" sldId="285"/>
            <ac:spMk id="46" creationId="{11325FB2-08BE-D126-0AFC-A507C3634DBF}"/>
          </ac:spMkLst>
        </pc:spChg>
        <pc:spChg chg="mod">
          <ac:chgData name="FONSECA LORIS" userId="fa4d75a3-5e48-4544-acad-017c364cc9a5" providerId="ADAL" clId="{B7C3D1B5-4B1D-4989-8F79-D935EB4B3DD4}" dt="2025-11-14T19:21:11.543" v="4711" actId="165"/>
          <ac:spMkLst>
            <pc:docMk/>
            <pc:sldMk cId="2456893263" sldId="285"/>
            <ac:spMk id="47" creationId="{C0186F0A-3E46-D8E7-B983-6E8F85395C33}"/>
          </ac:spMkLst>
        </pc:spChg>
        <pc:spChg chg="add mod topLvl">
          <ac:chgData name="FONSECA LORIS" userId="fa4d75a3-5e48-4544-acad-017c364cc9a5" providerId="ADAL" clId="{B7C3D1B5-4B1D-4989-8F79-D935EB4B3DD4}" dt="2025-11-14T19:21:11.543" v="4711" actId="165"/>
          <ac:spMkLst>
            <pc:docMk/>
            <pc:sldMk cId="2456893263" sldId="285"/>
            <ac:spMk id="48" creationId="{3EA61C59-F55A-7039-6103-1B03B90F2D19}"/>
          </ac:spMkLst>
        </pc:spChg>
        <pc:spChg chg="add mod">
          <ac:chgData name="FONSECA LORIS" userId="fa4d75a3-5e48-4544-acad-017c364cc9a5" providerId="ADAL" clId="{B7C3D1B5-4B1D-4989-8F79-D935EB4B3DD4}" dt="2025-11-14T19:46:16.183" v="4934" actId="1036"/>
          <ac:spMkLst>
            <pc:docMk/>
            <pc:sldMk cId="2456893263" sldId="285"/>
            <ac:spMk id="54" creationId="{ED77544F-A562-ED17-DCB6-18D300CFD7A9}"/>
          </ac:spMkLst>
        </pc:spChg>
        <pc:spChg chg="add mod">
          <ac:chgData name="FONSECA LORIS" userId="fa4d75a3-5e48-4544-acad-017c364cc9a5" providerId="ADAL" clId="{B7C3D1B5-4B1D-4989-8F79-D935EB4B3DD4}" dt="2025-11-14T19:46:16.183" v="4934" actId="1036"/>
          <ac:spMkLst>
            <pc:docMk/>
            <pc:sldMk cId="2456893263" sldId="285"/>
            <ac:spMk id="55" creationId="{BEB4FD90-4689-0AA8-D238-3D3D1004B98F}"/>
          </ac:spMkLst>
        </pc:spChg>
        <pc:spChg chg="add mod">
          <ac:chgData name="FONSECA LORIS" userId="fa4d75a3-5e48-4544-acad-017c364cc9a5" providerId="ADAL" clId="{B7C3D1B5-4B1D-4989-8F79-D935EB4B3DD4}" dt="2025-11-14T19:46:16.183" v="4934" actId="1036"/>
          <ac:spMkLst>
            <pc:docMk/>
            <pc:sldMk cId="2456893263" sldId="285"/>
            <ac:spMk id="57" creationId="{2CF0847C-08E7-C9BB-3FA8-45AD727E4F8B}"/>
          </ac:spMkLst>
        </pc:spChg>
        <pc:spChg chg="add mod">
          <ac:chgData name="FONSECA LORIS" userId="fa4d75a3-5e48-4544-acad-017c364cc9a5" providerId="ADAL" clId="{B7C3D1B5-4B1D-4989-8F79-D935EB4B3DD4}" dt="2025-11-14T19:19:46.317" v="4690" actId="21"/>
          <ac:spMkLst>
            <pc:docMk/>
            <pc:sldMk cId="2456893263" sldId="285"/>
            <ac:spMk id="59" creationId="{2FB00DD1-697A-B054-570D-AAC117C95533}"/>
          </ac:spMkLst>
        </pc:spChg>
        <pc:spChg chg="add mod">
          <ac:chgData name="FONSECA LORIS" userId="fa4d75a3-5e48-4544-acad-017c364cc9a5" providerId="ADAL" clId="{B7C3D1B5-4B1D-4989-8F79-D935EB4B3DD4}" dt="2025-11-14T19:46:17.268" v="4935" actId="1036"/>
          <ac:spMkLst>
            <pc:docMk/>
            <pc:sldMk cId="2456893263" sldId="285"/>
            <ac:spMk id="61" creationId="{CCEF83B9-A54D-F0A1-55BE-76E111F796CC}"/>
          </ac:spMkLst>
        </pc:spChg>
        <pc:spChg chg="add mod">
          <ac:chgData name="FONSECA LORIS" userId="fa4d75a3-5e48-4544-acad-017c364cc9a5" providerId="ADAL" clId="{B7C3D1B5-4B1D-4989-8F79-D935EB4B3DD4}" dt="2025-11-14T19:27:45.020" v="4869" actId="1076"/>
          <ac:spMkLst>
            <pc:docMk/>
            <pc:sldMk cId="2456893263" sldId="285"/>
            <ac:spMk id="66" creationId="{A39260F4-CDD3-43AE-6F32-781773F887C7}"/>
          </ac:spMkLst>
        </pc:spChg>
        <pc:spChg chg="add mod">
          <ac:chgData name="FONSECA LORIS" userId="fa4d75a3-5e48-4544-acad-017c364cc9a5" providerId="ADAL" clId="{B7C3D1B5-4B1D-4989-8F79-D935EB4B3DD4}" dt="2025-11-14T19:46:17.268" v="4935" actId="1036"/>
          <ac:spMkLst>
            <pc:docMk/>
            <pc:sldMk cId="2456893263" sldId="285"/>
            <ac:spMk id="68" creationId="{9A04987A-99DA-30B3-145F-8ADA602022A5}"/>
          </ac:spMkLst>
        </pc:spChg>
        <pc:spChg chg="add mod">
          <ac:chgData name="FONSECA LORIS" userId="fa4d75a3-5e48-4544-acad-017c364cc9a5" providerId="ADAL" clId="{B7C3D1B5-4B1D-4989-8F79-D935EB4B3DD4}" dt="2025-11-14T19:27:52.025" v="4876" actId="1037"/>
          <ac:spMkLst>
            <pc:docMk/>
            <pc:sldMk cId="2456893263" sldId="285"/>
            <ac:spMk id="70" creationId="{75577DFF-9958-9436-C03C-6B3F673F977E}"/>
          </ac:spMkLst>
        </pc:spChg>
        <pc:spChg chg="add mod">
          <ac:chgData name="FONSECA LORIS" userId="fa4d75a3-5e48-4544-acad-017c364cc9a5" providerId="ADAL" clId="{B7C3D1B5-4B1D-4989-8F79-D935EB4B3DD4}" dt="2025-11-14T19:27:47.092" v="4870" actId="1076"/>
          <ac:spMkLst>
            <pc:docMk/>
            <pc:sldMk cId="2456893263" sldId="285"/>
            <ac:spMk id="72" creationId="{1AFB3BE1-99C0-3AFE-4D19-AF2E073045DB}"/>
          </ac:spMkLst>
        </pc:spChg>
        <pc:spChg chg="mod">
          <ac:chgData name="FONSECA LORIS" userId="fa4d75a3-5e48-4544-acad-017c364cc9a5" providerId="ADAL" clId="{B7C3D1B5-4B1D-4989-8F79-D935EB4B3DD4}" dt="2025-11-14T19:35:24.540" v="4919" actId="1076"/>
          <ac:spMkLst>
            <pc:docMk/>
            <pc:sldMk cId="2456893263" sldId="285"/>
            <ac:spMk id="73" creationId="{A2D5B63F-4BD1-6384-504D-0DAD0B6AE51B}"/>
          </ac:spMkLst>
        </pc:spChg>
        <pc:spChg chg="add mod">
          <ac:chgData name="FONSECA LORIS" userId="fa4d75a3-5e48-4544-acad-017c364cc9a5" providerId="ADAL" clId="{B7C3D1B5-4B1D-4989-8F79-D935EB4B3DD4}" dt="2025-11-14T19:46:16.183" v="4934" actId="1036"/>
          <ac:spMkLst>
            <pc:docMk/>
            <pc:sldMk cId="2456893263" sldId="285"/>
            <ac:spMk id="75" creationId="{0C3F2867-35CA-1DAE-F92C-7258DB82446F}"/>
          </ac:spMkLst>
        </pc:spChg>
        <pc:grpChg chg="add mod">
          <ac:chgData name="FONSECA LORIS" userId="fa4d75a3-5e48-4544-acad-017c364cc9a5" providerId="ADAL" clId="{B7C3D1B5-4B1D-4989-8F79-D935EB4B3DD4}" dt="2025-11-14T19:24:42.633" v="4799" actId="1038"/>
          <ac:grpSpMkLst>
            <pc:docMk/>
            <pc:sldMk cId="2456893263" sldId="285"/>
            <ac:grpSpMk id="8" creationId="{5DA1846C-E982-3E70-90E1-E75962CEE820}"/>
          </ac:grpSpMkLst>
        </pc:grpChg>
        <pc:grpChg chg="add mod">
          <ac:chgData name="FONSECA LORIS" userId="fa4d75a3-5e48-4544-acad-017c364cc9a5" providerId="ADAL" clId="{B7C3D1B5-4B1D-4989-8F79-D935EB4B3DD4}" dt="2025-11-14T19:07:12.140" v="4500" actId="164"/>
          <ac:grpSpMkLst>
            <pc:docMk/>
            <pc:sldMk cId="2456893263" sldId="285"/>
            <ac:grpSpMk id="12" creationId="{2D6C49BE-3276-EC0F-8683-6C8EBF19D738}"/>
          </ac:grpSpMkLst>
        </pc:grpChg>
        <pc:grpChg chg="add mod">
          <ac:chgData name="FONSECA LORIS" userId="fa4d75a3-5e48-4544-acad-017c364cc9a5" providerId="ADAL" clId="{B7C3D1B5-4B1D-4989-8F79-D935EB4B3DD4}" dt="2025-11-14T19:05:54.422" v="4479" actId="1035"/>
          <ac:grpSpMkLst>
            <pc:docMk/>
            <pc:sldMk cId="2456893263" sldId="285"/>
            <ac:grpSpMk id="34" creationId="{9E6B624B-4AEE-038E-AA60-314F592F105E}"/>
          </ac:grpSpMkLst>
        </pc:grpChg>
        <pc:grpChg chg="add mod topLvl">
          <ac:chgData name="FONSECA LORIS" userId="fa4d75a3-5e48-4544-acad-017c364cc9a5" providerId="ADAL" clId="{B7C3D1B5-4B1D-4989-8F79-D935EB4B3DD4}" dt="2025-11-14T19:21:17.051" v="4736" actId="1038"/>
          <ac:grpSpMkLst>
            <pc:docMk/>
            <pc:sldMk cId="2456893263" sldId="285"/>
            <ac:grpSpMk id="41" creationId="{92B2DFBC-7106-37B8-2974-4D4FE4FC3D1D}"/>
          </ac:grpSpMkLst>
        </pc:grpChg>
        <pc:grpChg chg="add mod topLvl">
          <ac:chgData name="FONSECA LORIS" userId="fa4d75a3-5e48-4544-acad-017c364cc9a5" providerId="ADAL" clId="{B7C3D1B5-4B1D-4989-8F79-D935EB4B3DD4}" dt="2025-11-14T19:21:11.543" v="4711" actId="165"/>
          <ac:grpSpMkLst>
            <pc:docMk/>
            <pc:sldMk cId="2456893263" sldId="285"/>
            <ac:grpSpMk id="45" creationId="{4BFB24DC-E73D-80DD-AE9A-34E488E31D78}"/>
          </ac:grpSpMkLst>
        </pc:grpChg>
        <pc:picChg chg="add mod">
          <ac:chgData name="FONSECA LORIS" userId="fa4d75a3-5e48-4544-acad-017c364cc9a5" providerId="ADAL" clId="{B7C3D1B5-4B1D-4989-8F79-D935EB4B3DD4}" dt="2025-11-14T19:16:38.958" v="4622" actId="207"/>
          <ac:picMkLst>
            <pc:docMk/>
            <pc:sldMk cId="2456893263" sldId="285"/>
            <ac:picMk id="63" creationId="{2730EF6E-8792-979C-6BA2-44392BA8C68F}"/>
          </ac:picMkLst>
        </pc:picChg>
        <pc:cxnChg chg="add mod ord">
          <ac:chgData name="FONSECA LORIS" userId="fa4d75a3-5e48-4544-acad-017c364cc9a5" providerId="ADAL" clId="{B7C3D1B5-4B1D-4989-8F79-D935EB4B3DD4}" dt="2025-11-14T19:24:42.633" v="4799" actId="1038"/>
          <ac:cxnSpMkLst>
            <pc:docMk/>
            <pc:sldMk cId="2456893263" sldId="285"/>
            <ac:cxnSpMk id="19" creationId="{BA68F838-CE91-FA79-C66E-EA155F36D88B}"/>
          </ac:cxnSpMkLst>
        </pc:cxnChg>
        <pc:cxnChg chg="add mod">
          <ac:chgData name="FONSECA LORIS" userId="fa4d75a3-5e48-4544-acad-017c364cc9a5" providerId="ADAL" clId="{B7C3D1B5-4B1D-4989-8F79-D935EB4B3DD4}" dt="2025-11-14T19:05:17.208" v="4445" actId="14100"/>
          <ac:cxnSpMkLst>
            <pc:docMk/>
            <pc:sldMk cId="2456893263" sldId="285"/>
            <ac:cxnSpMk id="24" creationId="{59F11397-CCD0-21EB-16E1-F3B5F62BB5C0}"/>
          </ac:cxnSpMkLst>
        </pc:cxnChg>
        <pc:cxnChg chg="add mod">
          <ac:chgData name="FONSECA LORIS" userId="fa4d75a3-5e48-4544-acad-017c364cc9a5" providerId="ADAL" clId="{B7C3D1B5-4B1D-4989-8F79-D935EB4B3DD4}" dt="2025-11-14T19:05:15.497" v="4444" actId="14100"/>
          <ac:cxnSpMkLst>
            <pc:docMk/>
            <pc:sldMk cId="2456893263" sldId="285"/>
            <ac:cxnSpMk id="25" creationId="{9AE41BDB-70E6-1D64-D594-BAD41E06C4FF}"/>
          </ac:cxnSpMkLst>
        </pc:cxnChg>
        <pc:cxnChg chg="add mod">
          <ac:chgData name="FONSECA LORIS" userId="fa4d75a3-5e48-4544-acad-017c364cc9a5" providerId="ADAL" clId="{B7C3D1B5-4B1D-4989-8F79-D935EB4B3DD4}" dt="2025-11-14T19:07:53.629" v="4509" actId="1076"/>
          <ac:cxnSpMkLst>
            <pc:docMk/>
            <pc:sldMk cId="2456893263" sldId="285"/>
            <ac:cxnSpMk id="38" creationId="{BD493367-EEA9-42A6-3505-A37831D2C7AB}"/>
          </ac:cxnSpMkLst>
        </pc:cxnChg>
        <pc:cxnChg chg="add mod topLvl">
          <ac:chgData name="FONSECA LORIS" userId="fa4d75a3-5e48-4544-acad-017c364cc9a5" providerId="ADAL" clId="{B7C3D1B5-4B1D-4989-8F79-D935EB4B3DD4}" dt="2025-11-14T19:21:17.051" v="4736" actId="1038"/>
          <ac:cxnSpMkLst>
            <pc:docMk/>
            <pc:sldMk cId="2456893263" sldId="285"/>
            <ac:cxnSpMk id="40" creationId="{204E2CEE-A508-285D-A0F1-EC04F490A9B7}"/>
          </ac:cxnSpMkLst>
        </pc:cxnChg>
        <pc:cxnChg chg="add mod">
          <ac:chgData name="FONSECA LORIS" userId="fa4d75a3-5e48-4544-acad-017c364cc9a5" providerId="ADAL" clId="{B7C3D1B5-4B1D-4989-8F79-D935EB4B3DD4}" dt="2025-11-14T19:24:05.895" v="4750" actId="1037"/>
          <ac:cxnSpMkLst>
            <pc:docMk/>
            <pc:sldMk cId="2456893263" sldId="285"/>
            <ac:cxnSpMk id="49" creationId="{6FFA0A5F-F138-93E4-BD25-02854E3E8C94}"/>
          </ac:cxnSpMkLst>
        </pc:cxnChg>
        <pc:cxnChg chg="mod">
          <ac:chgData name="FONSECA LORIS" userId="fa4d75a3-5e48-4544-acad-017c364cc9a5" providerId="ADAL" clId="{B7C3D1B5-4B1D-4989-8F79-D935EB4B3DD4}" dt="2025-11-14T19:06:23.607" v="4482" actId="164"/>
          <ac:cxnSpMkLst>
            <pc:docMk/>
            <pc:sldMk cId="2456893263" sldId="285"/>
            <ac:cxnSpMk id="50" creationId="{1435D24F-A929-0CCC-A168-3590945150DA}"/>
          </ac:cxnSpMkLst>
        </pc:cxnChg>
        <pc:cxnChg chg="mod">
          <ac:chgData name="FONSECA LORIS" userId="fa4d75a3-5e48-4544-acad-017c364cc9a5" providerId="ADAL" clId="{B7C3D1B5-4B1D-4989-8F79-D935EB4B3DD4}" dt="2025-11-14T19:06:23.607" v="4482" actId="164"/>
          <ac:cxnSpMkLst>
            <pc:docMk/>
            <pc:sldMk cId="2456893263" sldId="285"/>
            <ac:cxnSpMk id="51" creationId="{B6AC9DC4-F7E5-8D30-DEAB-348A4879777D}"/>
          </ac:cxnSpMkLst>
        </pc:cxnChg>
        <pc:cxnChg chg="add mod">
          <ac:chgData name="FONSECA LORIS" userId="fa4d75a3-5e48-4544-acad-017c364cc9a5" providerId="ADAL" clId="{B7C3D1B5-4B1D-4989-8F79-D935EB4B3DD4}" dt="2025-11-14T19:24:25.278" v="4757" actId="1036"/>
          <ac:cxnSpMkLst>
            <pc:docMk/>
            <pc:sldMk cId="2456893263" sldId="285"/>
            <ac:cxnSpMk id="79" creationId="{392209C9-C777-AA01-0462-15705E311D4C}"/>
          </ac:cxnSpMkLst>
        </pc:cxnChg>
        <pc:cxnChg chg="add mod">
          <ac:chgData name="FONSECA LORIS" userId="fa4d75a3-5e48-4544-acad-017c364cc9a5" providerId="ADAL" clId="{B7C3D1B5-4B1D-4989-8F79-D935EB4B3DD4}" dt="2025-11-14T19:26:54.766" v="4851" actId="1037"/>
          <ac:cxnSpMkLst>
            <pc:docMk/>
            <pc:sldMk cId="2456893263" sldId="285"/>
            <ac:cxnSpMk id="80" creationId="{E127CBE5-3C74-607E-0A13-76CDD6CA99E7}"/>
          </ac:cxnSpMkLst>
        </pc:cxnChg>
        <pc:cxnChg chg="add mod">
          <ac:chgData name="FONSECA LORIS" userId="fa4d75a3-5e48-4544-acad-017c364cc9a5" providerId="ADAL" clId="{B7C3D1B5-4B1D-4989-8F79-D935EB4B3DD4}" dt="2025-11-14T19:27:01.593" v="4855" actId="1036"/>
          <ac:cxnSpMkLst>
            <pc:docMk/>
            <pc:sldMk cId="2456893263" sldId="285"/>
            <ac:cxnSpMk id="86" creationId="{0BB83F87-CAC9-394F-6A31-EE2AF51303D8}"/>
          </ac:cxnSpMkLst>
        </pc:cxnChg>
        <pc:cxnChg chg="add mod">
          <ac:chgData name="FONSECA LORIS" userId="fa4d75a3-5e48-4544-acad-017c364cc9a5" providerId="ADAL" clId="{B7C3D1B5-4B1D-4989-8F79-D935EB4B3DD4}" dt="2025-11-14T19:27:05.684" v="4857" actId="1076"/>
          <ac:cxnSpMkLst>
            <pc:docMk/>
            <pc:sldMk cId="2456893263" sldId="285"/>
            <ac:cxnSpMk id="87" creationId="{84DD7BB5-ADF6-A52A-2CA6-744D86F558BD}"/>
          </ac:cxnSpMkLst>
        </pc:cxnChg>
        <pc:cxnChg chg="add mod">
          <ac:chgData name="FONSECA LORIS" userId="fa4d75a3-5e48-4544-acad-017c364cc9a5" providerId="ADAL" clId="{B7C3D1B5-4B1D-4989-8F79-D935EB4B3DD4}" dt="2025-11-14T19:27:13.400" v="4859" actId="1076"/>
          <ac:cxnSpMkLst>
            <pc:docMk/>
            <pc:sldMk cId="2456893263" sldId="285"/>
            <ac:cxnSpMk id="88" creationId="{7AAEC80B-BD28-DBE1-9976-D9C9525C90B7}"/>
          </ac:cxnSpMkLst>
        </pc:cxnChg>
        <pc:cxnChg chg="add mod">
          <ac:chgData name="FONSECA LORIS" userId="fa4d75a3-5e48-4544-acad-017c364cc9a5" providerId="ADAL" clId="{B7C3D1B5-4B1D-4989-8F79-D935EB4B3DD4}" dt="2025-11-14T19:27:19.253" v="4861" actId="1076"/>
          <ac:cxnSpMkLst>
            <pc:docMk/>
            <pc:sldMk cId="2456893263" sldId="285"/>
            <ac:cxnSpMk id="89" creationId="{11D01E83-A8AD-825A-12E3-5CA5C92A0585}"/>
          </ac:cxnSpMkLst>
        </pc:cxnChg>
      </pc:sldChg>
      <pc:sldChg chg="addSp delSp modSp add del mod ord">
        <pc:chgData name="FONSECA LORIS" userId="fa4d75a3-5e48-4544-acad-017c364cc9a5" providerId="ADAL" clId="{B7C3D1B5-4B1D-4989-8F79-D935EB4B3DD4}" dt="2025-11-21T16:12:00.396" v="6311" actId="47"/>
        <pc:sldMkLst>
          <pc:docMk/>
          <pc:sldMk cId="1873255727" sldId="286"/>
        </pc:sldMkLst>
        <pc:spChg chg="add del mod">
          <ac:chgData name="FONSECA LORIS" userId="fa4d75a3-5e48-4544-acad-017c364cc9a5" providerId="ADAL" clId="{B7C3D1B5-4B1D-4989-8F79-D935EB4B3DD4}" dt="2025-11-21T15:57:02.878" v="5931" actId="478"/>
          <ac:spMkLst>
            <pc:docMk/>
            <pc:sldMk cId="1873255727" sldId="286"/>
            <ac:spMk id="2" creationId="{F07B018D-DFCB-C8B1-A82E-03ACE6B3AB04}"/>
          </ac:spMkLst>
        </pc:spChg>
        <pc:spChg chg="mod topLvl">
          <ac:chgData name="FONSECA LORIS" userId="fa4d75a3-5e48-4544-acad-017c364cc9a5" providerId="ADAL" clId="{B7C3D1B5-4B1D-4989-8F79-D935EB4B3DD4}" dt="2025-11-21T15:50:36.811" v="5626" actId="164"/>
          <ac:spMkLst>
            <pc:docMk/>
            <pc:sldMk cId="1873255727" sldId="286"/>
            <ac:spMk id="5" creationId="{8C762BB3-3BE3-FF81-B2F1-CECA03898DC1}"/>
          </ac:spMkLst>
        </pc:spChg>
        <pc:spChg chg="del mod">
          <ac:chgData name="FONSECA LORIS" userId="fa4d75a3-5e48-4544-acad-017c364cc9a5" providerId="ADAL" clId="{B7C3D1B5-4B1D-4989-8F79-D935EB4B3DD4}" dt="2025-11-21T15:49:43.145" v="5600" actId="478"/>
          <ac:spMkLst>
            <pc:docMk/>
            <pc:sldMk cId="1873255727" sldId="286"/>
            <ac:spMk id="6" creationId="{956D7EF8-6D65-1700-043E-9475B24A6ABF}"/>
          </ac:spMkLst>
        </pc:spChg>
        <pc:spChg chg="del mod topLvl">
          <ac:chgData name="FONSECA LORIS" userId="fa4d75a3-5e48-4544-acad-017c364cc9a5" providerId="ADAL" clId="{B7C3D1B5-4B1D-4989-8F79-D935EB4B3DD4}" dt="2025-11-21T15:49:45.307" v="5602" actId="478"/>
          <ac:spMkLst>
            <pc:docMk/>
            <pc:sldMk cId="1873255727" sldId="286"/>
            <ac:spMk id="7" creationId="{47473891-CFF2-98C8-3FC0-1AFDF6AB64E5}"/>
          </ac:spMkLst>
        </pc:spChg>
        <pc:spChg chg="add mod">
          <ac:chgData name="FONSECA LORIS" userId="fa4d75a3-5e48-4544-acad-017c364cc9a5" providerId="ADAL" clId="{B7C3D1B5-4B1D-4989-8F79-D935EB4B3DD4}" dt="2025-11-21T15:54:08.269" v="5693" actId="1076"/>
          <ac:spMkLst>
            <pc:docMk/>
            <pc:sldMk cId="1873255727" sldId="286"/>
            <ac:spMk id="9" creationId="{E2081892-42F4-48BE-FBCA-94EA130DB16F}"/>
          </ac:spMkLst>
        </pc:spChg>
        <pc:spChg chg="add mod">
          <ac:chgData name="FONSECA LORIS" userId="fa4d75a3-5e48-4544-acad-017c364cc9a5" providerId="ADAL" clId="{B7C3D1B5-4B1D-4989-8F79-D935EB4B3DD4}" dt="2025-11-21T16:01:00.285" v="5983" actId="1076"/>
          <ac:spMkLst>
            <pc:docMk/>
            <pc:sldMk cId="1873255727" sldId="286"/>
            <ac:spMk id="10" creationId="{14FA9041-E101-783B-25A6-BDA97BCDDFF5}"/>
          </ac:spMkLst>
        </pc:spChg>
        <pc:spChg chg="add mod">
          <ac:chgData name="FONSECA LORIS" userId="fa4d75a3-5e48-4544-acad-017c364cc9a5" providerId="ADAL" clId="{B7C3D1B5-4B1D-4989-8F79-D935EB4B3DD4}" dt="2025-11-21T16:11:38.900" v="6306" actId="1076"/>
          <ac:spMkLst>
            <pc:docMk/>
            <pc:sldMk cId="1873255727" sldId="286"/>
            <ac:spMk id="11" creationId="{B7A95E69-9112-7C56-B7D3-10A241AA9C84}"/>
          </ac:spMkLst>
        </pc:spChg>
        <pc:spChg chg="add mod">
          <ac:chgData name="FONSECA LORIS" userId="fa4d75a3-5e48-4544-acad-017c364cc9a5" providerId="ADAL" clId="{B7C3D1B5-4B1D-4989-8F79-D935EB4B3DD4}" dt="2025-11-21T16:11:50.396" v="6310" actId="1076"/>
          <ac:spMkLst>
            <pc:docMk/>
            <pc:sldMk cId="1873255727" sldId="286"/>
            <ac:spMk id="13" creationId="{EA7E3F53-4513-8D53-50B5-B5027EC26FB1}"/>
          </ac:spMkLst>
        </pc:spChg>
        <pc:spChg chg="add mod">
          <ac:chgData name="FONSECA LORIS" userId="fa4d75a3-5e48-4544-acad-017c364cc9a5" providerId="ADAL" clId="{B7C3D1B5-4B1D-4989-8F79-D935EB4B3DD4}" dt="2025-11-21T16:11:16.014" v="6299" actId="1076"/>
          <ac:spMkLst>
            <pc:docMk/>
            <pc:sldMk cId="1873255727" sldId="286"/>
            <ac:spMk id="14" creationId="{B5D7E6D9-8FED-0CEF-E607-5E449E12A718}"/>
          </ac:spMkLst>
        </pc:spChg>
        <pc:spChg chg="add del mod">
          <ac:chgData name="FONSECA LORIS" userId="fa4d75a3-5e48-4544-acad-017c364cc9a5" providerId="ADAL" clId="{B7C3D1B5-4B1D-4989-8F79-D935EB4B3DD4}" dt="2025-11-21T16:10:26.319" v="6285" actId="478"/>
          <ac:spMkLst>
            <pc:docMk/>
            <pc:sldMk cId="1873255727" sldId="286"/>
            <ac:spMk id="18" creationId="{567A60EB-C713-5D42-C3B2-00E393532427}"/>
          </ac:spMkLst>
        </pc:spChg>
        <pc:spChg chg="add mod">
          <ac:chgData name="FONSECA LORIS" userId="fa4d75a3-5e48-4544-acad-017c364cc9a5" providerId="ADAL" clId="{B7C3D1B5-4B1D-4989-8F79-D935EB4B3DD4}" dt="2025-11-21T16:11:04.404" v="6295" actId="14100"/>
          <ac:spMkLst>
            <pc:docMk/>
            <pc:sldMk cId="1873255727" sldId="286"/>
            <ac:spMk id="21" creationId="{FEC9E3D4-8027-CAE3-2167-E5A1E8597178}"/>
          </ac:spMkLst>
        </pc:spChg>
        <pc:spChg chg="mod">
          <ac:chgData name="FONSECA LORIS" userId="fa4d75a3-5e48-4544-acad-017c364cc9a5" providerId="ADAL" clId="{B7C3D1B5-4B1D-4989-8F79-D935EB4B3DD4}" dt="2025-11-21T16:08:31.019" v="6205" actId="1076"/>
          <ac:spMkLst>
            <pc:docMk/>
            <pc:sldMk cId="1873255727" sldId="286"/>
            <ac:spMk id="23" creationId="{51D89F5E-611E-BD46-D914-9253A7DDB5B9}"/>
          </ac:spMkLst>
        </pc:spChg>
        <pc:spChg chg="add mod">
          <ac:chgData name="FONSECA LORIS" userId="fa4d75a3-5e48-4544-acad-017c364cc9a5" providerId="ADAL" clId="{B7C3D1B5-4B1D-4989-8F79-D935EB4B3DD4}" dt="2025-11-21T16:11:47.212" v="6309" actId="1076"/>
          <ac:spMkLst>
            <pc:docMk/>
            <pc:sldMk cId="1873255727" sldId="286"/>
            <ac:spMk id="27" creationId="{A77E5CE4-0518-FB98-B3F4-502BD81D2824}"/>
          </ac:spMkLst>
        </pc:spChg>
        <pc:spChg chg="add mod">
          <ac:chgData name="FONSECA LORIS" userId="fa4d75a3-5e48-4544-acad-017c364cc9a5" providerId="ADAL" clId="{B7C3D1B5-4B1D-4989-8F79-D935EB4B3DD4}" dt="2025-11-21T16:11:36.244" v="6305" actId="1076"/>
          <ac:spMkLst>
            <pc:docMk/>
            <pc:sldMk cId="1873255727" sldId="286"/>
            <ac:spMk id="35" creationId="{151778AC-8239-15B8-7E5F-69C4740FE95D}"/>
          </ac:spMkLst>
        </pc:spChg>
        <pc:spChg chg="add mod">
          <ac:chgData name="FONSECA LORIS" userId="fa4d75a3-5e48-4544-acad-017c364cc9a5" providerId="ADAL" clId="{B7C3D1B5-4B1D-4989-8F79-D935EB4B3DD4}" dt="2025-11-21T16:09:44.189" v="6256" actId="1076"/>
          <ac:spMkLst>
            <pc:docMk/>
            <pc:sldMk cId="1873255727" sldId="286"/>
            <ac:spMk id="41" creationId="{FE614C24-A39E-1691-2E8B-2798D4E3B1BD}"/>
          </ac:spMkLst>
        </pc:spChg>
        <pc:spChg chg="add mod">
          <ac:chgData name="FONSECA LORIS" userId="fa4d75a3-5e48-4544-acad-017c364cc9a5" providerId="ADAL" clId="{B7C3D1B5-4B1D-4989-8F79-D935EB4B3DD4}" dt="2025-11-21T16:11:12.924" v="6298" actId="1076"/>
          <ac:spMkLst>
            <pc:docMk/>
            <pc:sldMk cId="1873255727" sldId="286"/>
            <ac:spMk id="44" creationId="{EBB0DEB6-1BFB-63AC-D0A1-885CFE2F307D}"/>
          </ac:spMkLst>
        </pc:spChg>
        <pc:grpChg chg="add del mod">
          <ac:chgData name="FONSECA LORIS" userId="fa4d75a3-5e48-4544-acad-017c364cc9a5" providerId="ADAL" clId="{B7C3D1B5-4B1D-4989-8F79-D935EB4B3DD4}" dt="2025-11-21T15:49:45.307" v="5602" actId="478"/>
          <ac:grpSpMkLst>
            <pc:docMk/>
            <pc:sldMk cId="1873255727" sldId="286"/>
            <ac:grpSpMk id="3" creationId="{E2C03897-7D1D-80A8-61DD-521E6BDB3495}"/>
          </ac:grpSpMkLst>
        </pc:grpChg>
        <pc:grpChg chg="add mod">
          <ac:chgData name="FONSECA LORIS" userId="fa4d75a3-5e48-4544-acad-017c364cc9a5" providerId="ADAL" clId="{B7C3D1B5-4B1D-4989-8F79-D935EB4B3DD4}" dt="2025-11-21T16:08:18.066" v="6202" actId="1076"/>
          <ac:grpSpMkLst>
            <pc:docMk/>
            <pc:sldMk cId="1873255727" sldId="286"/>
            <ac:grpSpMk id="8" creationId="{28BAFD88-382B-5A8E-9D39-5D208367D208}"/>
          </ac:grpSpMkLst>
        </pc:grpChg>
        <pc:graphicFrameChg chg="add mod">
          <ac:chgData name="FONSECA LORIS" userId="fa4d75a3-5e48-4544-acad-017c364cc9a5" providerId="ADAL" clId="{B7C3D1B5-4B1D-4989-8F79-D935EB4B3DD4}" dt="2025-11-21T15:54:20.706" v="5695"/>
          <ac:graphicFrameMkLst>
            <pc:docMk/>
            <pc:sldMk cId="1873255727" sldId="286"/>
            <ac:graphicFrameMk id="4" creationId="{C37D014B-66EE-90B3-738D-E0951209EAD6}"/>
          </ac:graphicFrameMkLst>
        </pc:graphicFrameChg>
        <pc:cxnChg chg="add mod">
          <ac:chgData name="FONSECA LORIS" userId="fa4d75a3-5e48-4544-acad-017c364cc9a5" providerId="ADAL" clId="{B7C3D1B5-4B1D-4989-8F79-D935EB4B3DD4}" dt="2025-11-21T15:58:44.365" v="5951" actId="14100"/>
          <ac:cxnSpMkLst>
            <pc:docMk/>
            <pc:sldMk cId="1873255727" sldId="286"/>
            <ac:cxnSpMk id="15" creationId="{7DAF95FA-C32F-FC30-9273-F7E4AE4C3A21}"/>
          </ac:cxnSpMkLst>
        </pc:cxnChg>
        <pc:cxnChg chg="add mod">
          <ac:chgData name="FONSECA LORIS" userId="fa4d75a3-5e48-4544-acad-017c364cc9a5" providerId="ADAL" clId="{B7C3D1B5-4B1D-4989-8F79-D935EB4B3DD4}" dt="2025-11-21T16:11:10.508" v="6297" actId="14100"/>
          <ac:cxnSpMkLst>
            <pc:docMk/>
            <pc:sldMk cId="1873255727" sldId="286"/>
            <ac:cxnSpMk id="16" creationId="{5489EB7C-5ECE-2C52-02BE-4E023AD8A1BC}"/>
          </ac:cxnSpMkLst>
        </pc:cxnChg>
        <pc:cxnChg chg="add del mod">
          <ac:chgData name="FONSECA LORIS" userId="fa4d75a3-5e48-4544-acad-017c364cc9a5" providerId="ADAL" clId="{B7C3D1B5-4B1D-4989-8F79-D935EB4B3DD4}" dt="2025-11-21T16:00:02.477" v="5968" actId="478"/>
          <ac:cxnSpMkLst>
            <pc:docMk/>
            <pc:sldMk cId="1873255727" sldId="286"/>
            <ac:cxnSpMk id="19" creationId="{517DFE74-9389-3BDB-B036-2A84A690FF3E}"/>
          </ac:cxnSpMkLst>
        </pc:cxnChg>
        <pc:cxnChg chg="add mod">
          <ac:chgData name="FONSECA LORIS" userId="fa4d75a3-5e48-4544-acad-017c364cc9a5" providerId="ADAL" clId="{B7C3D1B5-4B1D-4989-8F79-D935EB4B3DD4}" dt="2025-11-21T16:11:04.404" v="6295" actId="14100"/>
          <ac:cxnSpMkLst>
            <pc:docMk/>
            <pc:sldMk cId="1873255727" sldId="286"/>
            <ac:cxnSpMk id="20" creationId="{06F28739-E891-6543-529E-B47390430CED}"/>
          </ac:cxnSpMkLst>
        </pc:cxnChg>
        <pc:cxnChg chg="add del mod">
          <ac:chgData name="FONSECA LORIS" userId="fa4d75a3-5e48-4544-acad-017c364cc9a5" providerId="ADAL" clId="{B7C3D1B5-4B1D-4989-8F79-D935EB4B3DD4}" dt="2025-11-21T16:10:49.076" v="6292" actId="478"/>
          <ac:cxnSpMkLst>
            <pc:docMk/>
            <pc:sldMk cId="1873255727" sldId="286"/>
            <ac:cxnSpMk id="25" creationId="{AA32629A-F729-9580-3BC8-32EA56510B88}"/>
          </ac:cxnSpMkLst>
        </pc:cxnChg>
        <pc:cxnChg chg="add mod">
          <ac:chgData name="FONSECA LORIS" userId="fa4d75a3-5e48-4544-acad-017c364cc9a5" providerId="ADAL" clId="{B7C3D1B5-4B1D-4989-8F79-D935EB4B3DD4}" dt="2025-11-21T16:11:44.340" v="6308" actId="14100"/>
          <ac:cxnSpMkLst>
            <pc:docMk/>
            <pc:sldMk cId="1873255727" sldId="286"/>
            <ac:cxnSpMk id="26" creationId="{F985B8E1-79D4-A544-4E41-7D78BCC2A08D}"/>
          </ac:cxnSpMkLst>
        </pc:cxnChg>
        <pc:cxnChg chg="add del mod">
          <ac:chgData name="FONSECA LORIS" userId="fa4d75a3-5e48-4544-acad-017c364cc9a5" providerId="ADAL" clId="{B7C3D1B5-4B1D-4989-8F79-D935EB4B3DD4}" dt="2025-11-21T16:11:40.930" v="6307" actId="478"/>
          <ac:cxnSpMkLst>
            <pc:docMk/>
            <pc:sldMk cId="1873255727" sldId="286"/>
            <ac:cxnSpMk id="28" creationId="{D3612258-91A9-0FA3-C79E-4B08B41AF79A}"/>
          </ac:cxnSpMkLst>
        </pc:cxnChg>
        <pc:cxnChg chg="add mod">
          <ac:chgData name="FONSECA LORIS" userId="fa4d75a3-5e48-4544-acad-017c364cc9a5" providerId="ADAL" clId="{B7C3D1B5-4B1D-4989-8F79-D935EB4B3DD4}" dt="2025-11-21T16:11:33.253" v="6304" actId="14100"/>
          <ac:cxnSpMkLst>
            <pc:docMk/>
            <pc:sldMk cId="1873255727" sldId="286"/>
            <ac:cxnSpMk id="34" creationId="{AABFADF2-34B4-C112-7279-54DD473AE42B}"/>
          </ac:cxnSpMkLst>
        </pc:cxnChg>
        <pc:cxnChg chg="add del mod">
          <ac:chgData name="FONSECA LORIS" userId="fa4d75a3-5e48-4544-acad-017c364cc9a5" providerId="ADAL" clId="{B7C3D1B5-4B1D-4989-8F79-D935EB4B3DD4}" dt="2025-11-21T16:11:19.051" v="6300" actId="478"/>
          <ac:cxnSpMkLst>
            <pc:docMk/>
            <pc:sldMk cId="1873255727" sldId="286"/>
            <ac:cxnSpMk id="36" creationId="{83B45C41-2A5E-094D-34A2-822D6810E45E}"/>
          </ac:cxnSpMkLst>
        </pc:cxnChg>
        <pc:cxnChg chg="add mod">
          <ac:chgData name="FONSECA LORIS" userId="fa4d75a3-5e48-4544-acad-017c364cc9a5" providerId="ADAL" clId="{B7C3D1B5-4B1D-4989-8F79-D935EB4B3DD4}" dt="2025-11-21T16:09:44.189" v="6256" actId="1076"/>
          <ac:cxnSpMkLst>
            <pc:docMk/>
            <pc:sldMk cId="1873255727" sldId="286"/>
            <ac:cxnSpMk id="42" creationId="{78FB6AFD-9C68-C037-4246-E88377F2DAF0}"/>
          </ac:cxnSpMkLst>
        </pc:cxnChg>
        <pc:cxnChg chg="add del mod">
          <ac:chgData name="FONSECA LORIS" userId="fa4d75a3-5e48-4544-acad-017c364cc9a5" providerId="ADAL" clId="{B7C3D1B5-4B1D-4989-8F79-D935EB4B3DD4}" dt="2025-11-21T16:11:07.784" v="6296" actId="478"/>
          <ac:cxnSpMkLst>
            <pc:docMk/>
            <pc:sldMk cId="1873255727" sldId="286"/>
            <ac:cxnSpMk id="45" creationId="{BEBAD353-A107-B417-EAFB-31B1522EEA11}"/>
          </ac:cxnSpMkLst>
        </pc:cxnChg>
      </pc:sldChg>
      <pc:sldChg chg="addSp delSp modSp add mod ord">
        <pc:chgData name="FONSECA LORIS" userId="fa4d75a3-5e48-4544-acad-017c364cc9a5" providerId="ADAL" clId="{B7C3D1B5-4B1D-4989-8F79-D935EB4B3DD4}" dt="2025-11-21T16:59:52.019" v="6674" actId="1076"/>
        <pc:sldMkLst>
          <pc:docMk/>
          <pc:sldMk cId="2715456616" sldId="287"/>
        </pc:sldMkLst>
        <pc:spChg chg="add mod">
          <ac:chgData name="FONSECA LORIS" userId="fa4d75a3-5e48-4544-acad-017c364cc9a5" providerId="ADAL" clId="{B7C3D1B5-4B1D-4989-8F79-D935EB4B3DD4}" dt="2025-11-21T16:59:21.087" v="6668" actId="1076"/>
          <ac:spMkLst>
            <pc:docMk/>
            <pc:sldMk cId="2715456616" sldId="287"/>
            <ac:spMk id="2" creationId="{38E2EB64-DAD6-8705-D606-822144D7E8A5}"/>
          </ac:spMkLst>
        </pc:spChg>
        <pc:spChg chg="add mod">
          <ac:chgData name="FONSECA LORIS" userId="fa4d75a3-5e48-4544-acad-017c364cc9a5" providerId="ADAL" clId="{B7C3D1B5-4B1D-4989-8F79-D935EB4B3DD4}" dt="2025-11-21T16:59:24.343" v="6669" actId="1076"/>
          <ac:spMkLst>
            <pc:docMk/>
            <pc:sldMk cId="2715456616" sldId="287"/>
            <ac:spMk id="3" creationId="{6CD77EB3-C82E-52AA-2F08-04E1B36DEAD3}"/>
          </ac:spMkLst>
        </pc:spChg>
        <pc:spChg chg="add mod">
          <ac:chgData name="FONSECA LORIS" userId="fa4d75a3-5e48-4544-acad-017c364cc9a5" providerId="ADAL" clId="{B7C3D1B5-4B1D-4989-8F79-D935EB4B3DD4}" dt="2025-11-21T16:45:39.936" v="6615" actId="1076"/>
          <ac:spMkLst>
            <pc:docMk/>
            <pc:sldMk cId="2715456616" sldId="287"/>
            <ac:spMk id="4" creationId="{23C15ED0-0F2F-C200-6FFA-423DB4926E0D}"/>
          </ac:spMkLst>
        </pc:spChg>
        <pc:spChg chg="add mod">
          <ac:chgData name="FONSECA LORIS" userId="fa4d75a3-5e48-4544-acad-017c364cc9a5" providerId="ADAL" clId="{B7C3D1B5-4B1D-4989-8F79-D935EB4B3DD4}" dt="2025-11-21T16:59:03.720" v="6660" actId="1076"/>
          <ac:spMkLst>
            <pc:docMk/>
            <pc:sldMk cId="2715456616" sldId="287"/>
            <ac:spMk id="5" creationId="{4ED20D21-F352-60E5-149D-EEC09D641E12}"/>
          </ac:spMkLst>
        </pc:spChg>
        <pc:spChg chg="add mod">
          <ac:chgData name="FONSECA LORIS" userId="fa4d75a3-5e48-4544-acad-017c364cc9a5" providerId="ADAL" clId="{B7C3D1B5-4B1D-4989-8F79-D935EB4B3DD4}" dt="2025-11-21T16:59:00.103" v="6658" actId="1076"/>
          <ac:spMkLst>
            <pc:docMk/>
            <pc:sldMk cId="2715456616" sldId="287"/>
            <ac:spMk id="6" creationId="{DAA005F5-5CA8-69B8-B585-A966D4D423A2}"/>
          </ac:spMkLst>
        </pc:spChg>
        <pc:spChg chg="add mod">
          <ac:chgData name="FONSECA LORIS" userId="fa4d75a3-5e48-4544-acad-017c364cc9a5" providerId="ADAL" clId="{B7C3D1B5-4B1D-4989-8F79-D935EB4B3DD4}" dt="2025-11-21T16:59:19.811" v="6667" actId="14100"/>
          <ac:spMkLst>
            <pc:docMk/>
            <pc:sldMk cId="2715456616" sldId="287"/>
            <ac:spMk id="7" creationId="{791E2CB5-F86D-1D20-1081-E2264D5A6632}"/>
          </ac:spMkLst>
        </pc:spChg>
        <pc:spChg chg="add mod">
          <ac:chgData name="FONSECA LORIS" userId="fa4d75a3-5e48-4544-acad-017c364cc9a5" providerId="ADAL" clId="{B7C3D1B5-4B1D-4989-8F79-D935EB4B3DD4}" dt="2025-11-21T16:58:24.848" v="6653" actId="1076"/>
          <ac:spMkLst>
            <pc:docMk/>
            <pc:sldMk cId="2715456616" sldId="287"/>
            <ac:spMk id="8" creationId="{8BA4785B-BA36-E461-9879-A7E5C29E9D9E}"/>
          </ac:spMkLst>
        </pc:spChg>
        <pc:spChg chg="add mod">
          <ac:chgData name="FONSECA LORIS" userId="fa4d75a3-5e48-4544-acad-017c364cc9a5" providerId="ADAL" clId="{B7C3D1B5-4B1D-4989-8F79-D935EB4B3DD4}" dt="2025-11-21T16:59:02.240" v="6659" actId="1076"/>
          <ac:spMkLst>
            <pc:docMk/>
            <pc:sldMk cId="2715456616" sldId="287"/>
            <ac:spMk id="9" creationId="{0E57567B-E7D5-4FF2-50B5-D859023A6C00}"/>
          </ac:spMkLst>
        </pc:spChg>
        <pc:spChg chg="add mod">
          <ac:chgData name="FONSECA LORIS" userId="fa4d75a3-5e48-4544-acad-017c364cc9a5" providerId="ADAL" clId="{B7C3D1B5-4B1D-4989-8F79-D935EB4B3DD4}" dt="2025-11-21T16:45:34.489" v="6612" actId="1076"/>
          <ac:spMkLst>
            <pc:docMk/>
            <pc:sldMk cId="2715456616" sldId="287"/>
            <ac:spMk id="10" creationId="{7A0A1DAA-4C77-5F14-829E-693824C3D082}"/>
          </ac:spMkLst>
        </pc:spChg>
        <pc:spChg chg="add mod">
          <ac:chgData name="FONSECA LORIS" userId="fa4d75a3-5e48-4544-acad-017c364cc9a5" providerId="ADAL" clId="{B7C3D1B5-4B1D-4989-8F79-D935EB4B3DD4}" dt="2025-11-21T16:45:27.024" v="6608" actId="1076"/>
          <ac:spMkLst>
            <pc:docMk/>
            <pc:sldMk cId="2715456616" sldId="287"/>
            <ac:spMk id="11" creationId="{B64E5160-4E39-4F3B-A7FE-96345689853E}"/>
          </ac:spMkLst>
        </pc:spChg>
        <pc:spChg chg="add mod">
          <ac:chgData name="FONSECA LORIS" userId="fa4d75a3-5e48-4544-acad-017c364cc9a5" providerId="ADAL" clId="{B7C3D1B5-4B1D-4989-8F79-D935EB4B3DD4}" dt="2025-11-21T16:46:04.449" v="6626" actId="1076"/>
          <ac:spMkLst>
            <pc:docMk/>
            <pc:sldMk cId="2715456616" sldId="287"/>
            <ac:spMk id="12" creationId="{34BA6803-34A9-1788-7C46-D83F160E40CE}"/>
          </ac:spMkLst>
        </pc:spChg>
        <pc:spChg chg="add mod">
          <ac:chgData name="FONSECA LORIS" userId="fa4d75a3-5e48-4544-acad-017c364cc9a5" providerId="ADAL" clId="{B7C3D1B5-4B1D-4989-8F79-D935EB4B3DD4}" dt="2025-11-21T16:46:15.858" v="6631" actId="1076"/>
          <ac:spMkLst>
            <pc:docMk/>
            <pc:sldMk cId="2715456616" sldId="287"/>
            <ac:spMk id="13" creationId="{EEE5A51F-B8BE-C198-C52E-717616A57288}"/>
          </ac:spMkLst>
        </pc:spChg>
        <pc:spChg chg="add mod">
          <ac:chgData name="FONSECA LORIS" userId="fa4d75a3-5e48-4544-acad-017c364cc9a5" providerId="ADAL" clId="{B7C3D1B5-4B1D-4989-8F79-D935EB4B3DD4}" dt="2025-11-21T16:59:35.519" v="6672" actId="14100"/>
          <ac:spMkLst>
            <pc:docMk/>
            <pc:sldMk cId="2715456616" sldId="287"/>
            <ac:spMk id="18" creationId="{655EBB68-8EB5-27A7-1A88-B00FB3DD9E27}"/>
          </ac:spMkLst>
        </pc:spChg>
        <pc:spChg chg="add mod">
          <ac:chgData name="FONSECA LORIS" userId="fa4d75a3-5e48-4544-acad-017c364cc9a5" providerId="ADAL" clId="{B7C3D1B5-4B1D-4989-8F79-D935EB4B3DD4}" dt="2025-11-21T16:59:11.833" v="6665" actId="1076"/>
          <ac:spMkLst>
            <pc:docMk/>
            <pc:sldMk cId="2715456616" sldId="287"/>
            <ac:spMk id="19" creationId="{1EC0AFB7-1A05-FDB2-60BA-3EABBF344E40}"/>
          </ac:spMkLst>
        </pc:spChg>
        <pc:spChg chg="mod">
          <ac:chgData name="FONSECA LORIS" userId="fa4d75a3-5e48-4544-acad-017c364cc9a5" providerId="ADAL" clId="{B7C3D1B5-4B1D-4989-8F79-D935EB4B3DD4}" dt="2025-11-21T16:58:50.617" v="6657" actId="1076"/>
          <ac:spMkLst>
            <pc:docMk/>
            <pc:sldMk cId="2715456616" sldId="287"/>
            <ac:spMk id="23" creationId="{ECD08A16-F0C5-403D-71A0-25561BDDFB2F}"/>
          </ac:spMkLst>
        </pc:spChg>
        <pc:spChg chg="mod">
          <ac:chgData name="FONSECA LORIS" userId="fa4d75a3-5e48-4544-acad-017c364cc9a5" providerId="ADAL" clId="{B7C3D1B5-4B1D-4989-8F79-D935EB4B3DD4}" dt="2025-10-31T20:22:33.959" v="2524" actId="207"/>
          <ac:spMkLst>
            <pc:docMk/>
            <pc:sldMk cId="2715456616" sldId="287"/>
            <ac:spMk id="73" creationId="{A55B5D79-7F5A-8C7E-F804-EA9B79964289}"/>
          </ac:spMkLst>
        </pc:spChg>
        <pc:picChg chg="add mod">
          <ac:chgData name="FONSECA LORIS" userId="fa4d75a3-5e48-4544-acad-017c364cc9a5" providerId="ADAL" clId="{B7C3D1B5-4B1D-4989-8F79-D935EB4B3DD4}" dt="2025-11-21T16:59:52.019" v="6674" actId="1076"/>
          <ac:picMkLst>
            <pc:docMk/>
            <pc:sldMk cId="2715456616" sldId="287"/>
            <ac:picMk id="15" creationId="{C92B1045-1691-EB43-A30F-0C9128DB33A6}"/>
          </ac:picMkLst>
        </pc:picChg>
        <pc:picChg chg="add del mod">
          <ac:chgData name="FONSECA LORIS" userId="fa4d75a3-5e48-4544-acad-017c364cc9a5" providerId="ADAL" clId="{B7C3D1B5-4B1D-4989-8F79-D935EB4B3DD4}" dt="2025-11-21T16:57:57.103" v="6646" actId="478"/>
          <ac:picMkLst>
            <pc:docMk/>
            <pc:sldMk cId="2715456616" sldId="287"/>
            <ac:picMk id="17" creationId="{3811AF94-B0E7-4F9D-9B5D-F3DBF7C1A260}"/>
          </ac:picMkLst>
        </pc:picChg>
      </pc:sldChg>
      <pc:sldChg chg="addSp delSp modSp add mod ord setBg">
        <pc:chgData name="FONSECA LORIS" userId="fa4d75a3-5e48-4544-acad-017c364cc9a5" providerId="ADAL" clId="{B7C3D1B5-4B1D-4989-8F79-D935EB4B3DD4}" dt="2025-11-21T15:40:26.611" v="5508" actId="1035"/>
        <pc:sldMkLst>
          <pc:docMk/>
          <pc:sldMk cId="1765945042" sldId="289"/>
        </pc:sldMkLst>
        <pc:spChg chg="add mod">
          <ac:chgData name="FONSECA LORIS" userId="fa4d75a3-5e48-4544-acad-017c364cc9a5" providerId="ADAL" clId="{B7C3D1B5-4B1D-4989-8F79-D935EB4B3DD4}" dt="2025-11-21T15:35:49.854" v="5266" actId="1036"/>
          <ac:spMkLst>
            <pc:docMk/>
            <pc:sldMk cId="1765945042" sldId="289"/>
            <ac:spMk id="3" creationId="{A11B9670-E614-4CF4-F620-F8F3DF2E515D}"/>
          </ac:spMkLst>
        </pc:spChg>
        <pc:spChg chg="add mod ord">
          <ac:chgData name="FONSECA LORIS" userId="fa4d75a3-5e48-4544-acad-017c364cc9a5" providerId="ADAL" clId="{B7C3D1B5-4B1D-4989-8F79-D935EB4B3DD4}" dt="2025-11-21T15:38:08.764" v="5363" actId="165"/>
          <ac:spMkLst>
            <pc:docMk/>
            <pc:sldMk cId="1765945042" sldId="289"/>
            <ac:spMk id="6" creationId="{29E11802-C576-3EBA-EF37-D5C293219EDD}"/>
          </ac:spMkLst>
        </pc:spChg>
        <pc:spChg chg="add mod ord">
          <ac:chgData name="FONSECA LORIS" userId="fa4d75a3-5e48-4544-acad-017c364cc9a5" providerId="ADAL" clId="{B7C3D1B5-4B1D-4989-8F79-D935EB4B3DD4}" dt="2025-11-21T15:38:08.764" v="5363" actId="165"/>
          <ac:spMkLst>
            <pc:docMk/>
            <pc:sldMk cId="1765945042" sldId="289"/>
            <ac:spMk id="7" creationId="{A5110609-3C4F-368A-349C-F59571A7C0D5}"/>
          </ac:spMkLst>
        </pc:spChg>
        <pc:spChg chg="add mod topLvl">
          <ac:chgData name="FONSECA LORIS" userId="fa4d75a3-5e48-4544-acad-017c364cc9a5" providerId="ADAL" clId="{B7C3D1B5-4B1D-4989-8F79-D935EB4B3DD4}" dt="2025-11-21T15:38:08.764" v="5363" actId="165"/>
          <ac:spMkLst>
            <pc:docMk/>
            <pc:sldMk cId="1765945042" sldId="289"/>
            <ac:spMk id="8" creationId="{235B1115-228C-E089-E89C-9EEB357C2576}"/>
          </ac:spMkLst>
        </pc:spChg>
        <pc:spChg chg="add mod topLvl">
          <ac:chgData name="FONSECA LORIS" userId="fa4d75a3-5e48-4544-acad-017c364cc9a5" providerId="ADAL" clId="{B7C3D1B5-4B1D-4989-8F79-D935EB4B3DD4}" dt="2025-11-21T15:38:08.764" v="5363" actId="165"/>
          <ac:spMkLst>
            <pc:docMk/>
            <pc:sldMk cId="1765945042" sldId="289"/>
            <ac:spMk id="9" creationId="{91449FD4-172E-C1EC-8F11-010CEB2476C2}"/>
          </ac:spMkLst>
        </pc:spChg>
        <pc:spChg chg="add mod topLvl">
          <ac:chgData name="FONSECA LORIS" userId="fa4d75a3-5e48-4544-acad-017c364cc9a5" providerId="ADAL" clId="{B7C3D1B5-4B1D-4989-8F79-D935EB4B3DD4}" dt="2025-11-21T15:38:08.764" v="5363" actId="165"/>
          <ac:spMkLst>
            <pc:docMk/>
            <pc:sldMk cId="1765945042" sldId="289"/>
            <ac:spMk id="11" creationId="{E69FE5FF-5125-C20A-A72F-E17FDE48D005}"/>
          </ac:spMkLst>
        </pc:spChg>
        <pc:spChg chg="add mod topLvl">
          <ac:chgData name="FONSECA LORIS" userId="fa4d75a3-5e48-4544-acad-017c364cc9a5" providerId="ADAL" clId="{B7C3D1B5-4B1D-4989-8F79-D935EB4B3DD4}" dt="2025-11-21T15:38:36.212" v="5388" actId="1035"/>
          <ac:spMkLst>
            <pc:docMk/>
            <pc:sldMk cId="1765945042" sldId="289"/>
            <ac:spMk id="12" creationId="{B463E3AB-9238-8A8F-A806-9AC68162FB30}"/>
          </ac:spMkLst>
        </pc:spChg>
        <pc:spChg chg="add mod ord topLvl">
          <ac:chgData name="FONSECA LORIS" userId="fa4d75a3-5e48-4544-acad-017c364cc9a5" providerId="ADAL" clId="{B7C3D1B5-4B1D-4989-8F79-D935EB4B3DD4}" dt="2025-11-21T15:40:26.611" v="5508" actId="1035"/>
          <ac:spMkLst>
            <pc:docMk/>
            <pc:sldMk cId="1765945042" sldId="289"/>
            <ac:spMk id="13" creationId="{52569747-46D0-8363-D2A9-A3738451686C}"/>
          </ac:spMkLst>
        </pc:spChg>
        <pc:spChg chg="add mod">
          <ac:chgData name="FONSECA LORIS" userId="fa4d75a3-5e48-4544-acad-017c364cc9a5" providerId="ADAL" clId="{B7C3D1B5-4B1D-4989-8F79-D935EB4B3DD4}" dt="2025-11-21T15:36:08.623" v="5270" actId="1076"/>
          <ac:spMkLst>
            <pc:docMk/>
            <pc:sldMk cId="1765945042" sldId="289"/>
            <ac:spMk id="15" creationId="{65F26166-C6D4-B01D-31B7-00415F436A88}"/>
          </ac:spMkLst>
        </pc:spChg>
        <pc:spChg chg="add mod">
          <ac:chgData name="FONSECA LORIS" userId="fa4d75a3-5e48-4544-acad-017c364cc9a5" providerId="ADAL" clId="{B7C3D1B5-4B1D-4989-8F79-D935EB4B3DD4}" dt="2025-11-21T15:37:11.023" v="5349" actId="1076"/>
          <ac:spMkLst>
            <pc:docMk/>
            <pc:sldMk cId="1765945042" sldId="289"/>
            <ac:spMk id="19" creationId="{46E54EF2-480C-0071-B89B-B73AB5BCF315}"/>
          </ac:spMkLst>
        </pc:spChg>
        <pc:spChg chg="mod">
          <ac:chgData name="FONSECA LORIS" userId="fa4d75a3-5e48-4544-acad-017c364cc9a5" providerId="ADAL" clId="{B7C3D1B5-4B1D-4989-8F79-D935EB4B3DD4}" dt="2025-11-21T15:40:24.937" v="5506" actId="20577"/>
          <ac:spMkLst>
            <pc:docMk/>
            <pc:sldMk cId="1765945042" sldId="289"/>
            <ac:spMk id="23" creationId="{C58CE0C7-F279-CBDD-29AA-C907C7E73EB5}"/>
          </ac:spMkLst>
        </pc:spChg>
        <pc:spChg chg="add mod">
          <ac:chgData name="FONSECA LORIS" userId="fa4d75a3-5e48-4544-acad-017c364cc9a5" providerId="ADAL" clId="{B7C3D1B5-4B1D-4989-8F79-D935EB4B3DD4}" dt="2025-11-21T15:38:26.118" v="5375" actId="1035"/>
          <ac:spMkLst>
            <pc:docMk/>
            <pc:sldMk cId="1765945042" sldId="289"/>
            <ac:spMk id="26" creationId="{A466D1CB-EF32-E431-0C23-BF1CE8BB1FE3}"/>
          </ac:spMkLst>
        </pc:spChg>
        <pc:grpChg chg="add mod">
          <ac:chgData name="FONSECA LORIS" userId="fa4d75a3-5e48-4544-acad-017c364cc9a5" providerId="ADAL" clId="{B7C3D1B5-4B1D-4989-8F79-D935EB4B3DD4}" dt="2025-11-14T18:51:56.955" v="4290" actId="164"/>
          <ac:grpSpMkLst>
            <pc:docMk/>
            <pc:sldMk cId="1765945042" sldId="289"/>
            <ac:grpSpMk id="10" creationId="{E5795DB5-4580-9AD9-420E-2AEB40D89211}"/>
          </ac:grpSpMkLst>
        </pc:grpChg>
        <pc:grpChg chg="add mod">
          <ac:chgData name="FONSECA LORIS" userId="fa4d75a3-5e48-4544-acad-017c364cc9a5" providerId="ADAL" clId="{B7C3D1B5-4B1D-4989-8F79-D935EB4B3DD4}" dt="2025-11-14T18:52:22.892" v="4294" actId="164"/>
          <ac:grpSpMkLst>
            <pc:docMk/>
            <pc:sldMk cId="1765945042" sldId="289"/>
            <ac:grpSpMk id="28" creationId="{E8DF48BA-FCFC-FCF2-EB15-71698E1A335A}"/>
          </ac:grpSpMkLst>
        </pc:grpChg>
        <pc:picChg chg="add mod">
          <ac:chgData name="FONSECA LORIS" userId="fa4d75a3-5e48-4544-acad-017c364cc9a5" providerId="ADAL" clId="{B7C3D1B5-4B1D-4989-8F79-D935EB4B3DD4}" dt="2025-11-21T15:39:20.178" v="5455" actId="1037"/>
          <ac:picMkLst>
            <pc:docMk/>
            <pc:sldMk cId="1765945042" sldId="289"/>
            <ac:picMk id="2" creationId="{81818B12-2FC7-A718-D6DF-157E692E95D5}"/>
          </ac:picMkLst>
        </pc:picChg>
        <pc:picChg chg="add mod topLvl">
          <ac:chgData name="FONSECA LORIS" userId="fa4d75a3-5e48-4544-acad-017c364cc9a5" providerId="ADAL" clId="{B7C3D1B5-4B1D-4989-8F79-D935EB4B3DD4}" dt="2025-11-21T15:40:26.611" v="5508" actId="1035"/>
          <ac:picMkLst>
            <pc:docMk/>
            <pc:sldMk cId="1765945042" sldId="289"/>
            <ac:picMk id="17" creationId="{BF409BFA-BC82-8C5A-D2B6-F629C5300829}"/>
          </ac:picMkLst>
        </pc:picChg>
        <pc:picChg chg="add mod topLvl">
          <ac:chgData name="FONSECA LORIS" userId="fa4d75a3-5e48-4544-acad-017c364cc9a5" providerId="ADAL" clId="{B7C3D1B5-4B1D-4989-8F79-D935EB4B3DD4}" dt="2025-11-21T15:38:06.874" v="5362" actId="165"/>
          <ac:picMkLst>
            <pc:docMk/>
            <pc:sldMk cId="1765945042" sldId="289"/>
            <ac:picMk id="24" creationId="{3AAD490F-BFAA-E734-C3CF-2944AF9A3E47}"/>
          </ac:picMkLst>
        </pc:picChg>
        <pc:picChg chg="add mod">
          <ac:chgData name="FONSECA LORIS" userId="fa4d75a3-5e48-4544-acad-017c364cc9a5" providerId="ADAL" clId="{B7C3D1B5-4B1D-4989-8F79-D935EB4B3DD4}" dt="2025-11-14T18:52:15.950" v="4293" actId="165"/>
          <ac:picMkLst>
            <pc:docMk/>
            <pc:sldMk cId="1765945042" sldId="289"/>
            <ac:picMk id="1026" creationId="{E028C81D-C692-81E9-C9C0-E960C4467274}"/>
          </ac:picMkLst>
        </pc:picChg>
        <pc:picChg chg="add mod topLvl">
          <ac:chgData name="FONSECA LORIS" userId="fa4d75a3-5e48-4544-acad-017c364cc9a5" providerId="ADAL" clId="{B7C3D1B5-4B1D-4989-8F79-D935EB4B3DD4}" dt="2025-11-21T15:38:08.764" v="5363" actId="165"/>
          <ac:picMkLst>
            <pc:docMk/>
            <pc:sldMk cId="1765945042" sldId="289"/>
            <ac:picMk id="1028" creationId="{C4B20103-DDE7-59A8-117A-79CF78958569}"/>
          </ac:picMkLst>
        </pc:picChg>
        <pc:picChg chg="add mod">
          <ac:chgData name="FONSECA LORIS" userId="fa4d75a3-5e48-4544-acad-017c364cc9a5" providerId="ADAL" clId="{B7C3D1B5-4B1D-4989-8F79-D935EB4B3DD4}" dt="2025-11-21T15:38:08.764" v="5363" actId="165"/>
          <ac:picMkLst>
            <pc:docMk/>
            <pc:sldMk cId="1765945042" sldId="289"/>
            <ac:picMk id="1030" creationId="{2292051D-28D0-B8EF-332D-357346D74B29}"/>
          </ac:picMkLst>
        </pc:picChg>
        <pc:cxnChg chg="add mod">
          <ac:chgData name="FONSECA LORIS" userId="fa4d75a3-5e48-4544-acad-017c364cc9a5" providerId="ADAL" clId="{B7C3D1B5-4B1D-4989-8F79-D935EB4B3DD4}" dt="2025-11-21T15:37:08.225" v="5348" actId="14100"/>
          <ac:cxnSpMkLst>
            <pc:docMk/>
            <pc:sldMk cId="1765945042" sldId="289"/>
            <ac:cxnSpMk id="4" creationId="{4A9C6152-4C29-5CA7-C1EF-951F330BA621}"/>
          </ac:cxnSpMkLst>
        </pc:cxnChg>
        <pc:cxnChg chg="add mod">
          <ac:chgData name="FONSECA LORIS" userId="fa4d75a3-5e48-4544-acad-017c364cc9a5" providerId="ADAL" clId="{B7C3D1B5-4B1D-4989-8F79-D935EB4B3DD4}" dt="2025-11-21T15:38:12.431" v="5364" actId="14100"/>
          <ac:cxnSpMkLst>
            <pc:docMk/>
            <pc:sldMk cId="1765945042" sldId="289"/>
            <ac:cxnSpMk id="5" creationId="{654E3F8F-EC06-F2A9-7B39-2ECAB904E0B1}"/>
          </ac:cxnSpMkLst>
        </pc:cxnChg>
      </pc:sldChg>
      <pc:sldChg chg="modSp add del mod">
        <pc:chgData name="FONSECA LORIS" userId="fa4d75a3-5e48-4544-acad-017c364cc9a5" providerId="ADAL" clId="{B7C3D1B5-4B1D-4989-8F79-D935EB4B3DD4}" dt="2025-11-21T17:41:13.643" v="6677" actId="47"/>
        <pc:sldMkLst>
          <pc:docMk/>
          <pc:sldMk cId="4002996330" sldId="290"/>
        </pc:sldMkLst>
        <pc:spChg chg="mod">
          <ac:chgData name="FONSECA LORIS" userId="fa4d75a3-5e48-4544-acad-017c364cc9a5" providerId="ADAL" clId="{B7C3D1B5-4B1D-4989-8F79-D935EB4B3DD4}" dt="2025-11-21T17:41:11.774" v="6676" actId="6549"/>
          <ac:spMkLst>
            <pc:docMk/>
            <pc:sldMk cId="4002996330" sldId="290"/>
            <ac:spMk id="56" creationId="{5E580750-EDCE-946D-6E01-C9C1B317F378}"/>
          </ac:spMkLst>
        </pc:spChg>
      </pc:sldChg>
      <pc:sldChg chg="addSp delSp modSp add del mod">
        <pc:chgData name="FONSECA LORIS" userId="fa4d75a3-5e48-4544-acad-017c364cc9a5" providerId="ADAL" clId="{B7C3D1B5-4B1D-4989-8F79-D935EB4B3DD4}" dt="2025-11-21T16:19:08.962" v="6449" actId="2696"/>
        <pc:sldMkLst>
          <pc:docMk/>
          <pc:sldMk cId="1367332422" sldId="291"/>
        </pc:sldMkLst>
        <pc:picChg chg="del">
          <ac:chgData name="FONSECA LORIS" userId="fa4d75a3-5e48-4544-acad-017c364cc9a5" providerId="ADAL" clId="{B7C3D1B5-4B1D-4989-8F79-D935EB4B3DD4}" dt="2025-11-21T15:33:42.573" v="5231" actId="21"/>
          <ac:picMkLst>
            <pc:docMk/>
            <pc:sldMk cId="1367332422" sldId="291"/>
            <ac:picMk id="2" creationId="{06681856-89A2-75DA-AC83-84A1C1EEE99E}"/>
          </ac:picMkLst>
        </pc:picChg>
        <pc:picChg chg="del">
          <ac:chgData name="FONSECA LORIS" userId="fa4d75a3-5e48-4544-acad-017c364cc9a5" providerId="ADAL" clId="{B7C3D1B5-4B1D-4989-8F79-D935EB4B3DD4}" dt="2025-11-21T15:33:42.573" v="5231" actId="21"/>
          <ac:picMkLst>
            <pc:docMk/>
            <pc:sldMk cId="1367332422" sldId="291"/>
            <ac:picMk id="3" creationId="{47F8490A-6BD5-0C41-FB46-4CD6764E83D3}"/>
          </ac:picMkLst>
        </pc:picChg>
        <pc:picChg chg="add del mod">
          <ac:chgData name="FONSECA LORIS" userId="fa4d75a3-5e48-4544-acad-017c364cc9a5" providerId="ADAL" clId="{B7C3D1B5-4B1D-4989-8F79-D935EB4B3DD4}" dt="2025-11-21T15:33:42.573" v="5231" actId="21"/>
          <ac:picMkLst>
            <pc:docMk/>
            <pc:sldMk cId="1367332422" sldId="291"/>
            <ac:picMk id="4" creationId="{134540C5-B05E-4FA9-71F1-DA87F406CBD0}"/>
          </ac:picMkLst>
        </pc:picChg>
        <pc:picChg chg="add mod">
          <ac:chgData name="FONSECA LORIS" userId="fa4d75a3-5e48-4544-acad-017c364cc9a5" providerId="ADAL" clId="{B7C3D1B5-4B1D-4989-8F79-D935EB4B3DD4}" dt="2025-11-21T15:33:17.599" v="5223" actId="1076"/>
          <ac:picMkLst>
            <pc:docMk/>
            <pc:sldMk cId="1367332422" sldId="291"/>
            <ac:picMk id="8" creationId="{AC3957EF-7D48-8A99-49A3-9976F00212C0}"/>
          </ac:picMkLst>
        </pc:picChg>
        <pc:picChg chg="add mod">
          <ac:chgData name="FONSECA LORIS" userId="fa4d75a3-5e48-4544-acad-017c364cc9a5" providerId="ADAL" clId="{B7C3D1B5-4B1D-4989-8F79-D935EB4B3DD4}" dt="2025-11-21T15:40:59.551" v="5514" actId="1076"/>
          <ac:picMkLst>
            <pc:docMk/>
            <pc:sldMk cId="1367332422" sldId="291"/>
            <ac:picMk id="9" creationId="{66BA94E5-A184-7E0C-E5C2-45584F8FFF77}"/>
          </ac:picMkLst>
        </pc:picChg>
        <pc:picChg chg="add mod">
          <ac:chgData name="FONSECA LORIS" userId="fa4d75a3-5e48-4544-acad-017c364cc9a5" providerId="ADAL" clId="{B7C3D1B5-4B1D-4989-8F79-D935EB4B3DD4}" dt="2025-11-21T15:40:59.551" v="5514" actId="1076"/>
          <ac:picMkLst>
            <pc:docMk/>
            <pc:sldMk cId="1367332422" sldId="291"/>
            <ac:picMk id="10" creationId="{FBC06551-FBB1-4F5B-AD9B-B87615BB0069}"/>
          </ac:picMkLst>
        </pc:picChg>
        <pc:picChg chg="add mod">
          <ac:chgData name="FONSECA LORIS" userId="fa4d75a3-5e48-4544-acad-017c364cc9a5" providerId="ADAL" clId="{B7C3D1B5-4B1D-4989-8F79-D935EB4B3DD4}" dt="2025-11-21T15:40:59.551" v="5514" actId="1076"/>
          <ac:picMkLst>
            <pc:docMk/>
            <pc:sldMk cId="1367332422" sldId="291"/>
            <ac:picMk id="11" creationId="{A52FB21A-3B1B-816A-0A9F-76678373FD88}"/>
          </ac:picMkLst>
        </pc:picChg>
        <pc:picChg chg="add mod">
          <ac:chgData name="FONSECA LORIS" userId="fa4d75a3-5e48-4544-acad-017c364cc9a5" providerId="ADAL" clId="{B7C3D1B5-4B1D-4989-8F79-D935EB4B3DD4}" dt="2025-11-21T15:40:59.551" v="5514" actId="1076"/>
          <ac:picMkLst>
            <pc:docMk/>
            <pc:sldMk cId="1367332422" sldId="291"/>
            <ac:picMk id="13" creationId="{06681856-89A2-75DA-AC83-84A1C1EEE99E}"/>
          </ac:picMkLst>
        </pc:picChg>
        <pc:picChg chg="add mod">
          <ac:chgData name="FONSECA LORIS" userId="fa4d75a3-5e48-4544-acad-017c364cc9a5" providerId="ADAL" clId="{B7C3D1B5-4B1D-4989-8F79-D935EB4B3DD4}" dt="2025-11-21T15:40:59.551" v="5514" actId="1076"/>
          <ac:picMkLst>
            <pc:docMk/>
            <pc:sldMk cId="1367332422" sldId="291"/>
            <ac:picMk id="14" creationId="{47F8490A-6BD5-0C41-FB46-4CD6764E83D3}"/>
          </ac:picMkLst>
        </pc:picChg>
        <pc:picChg chg="add mod">
          <ac:chgData name="FONSECA LORIS" userId="fa4d75a3-5e48-4544-acad-017c364cc9a5" providerId="ADAL" clId="{B7C3D1B5-4B1D-4989-8F79-D935EB4B3DD4}" dt="2025-11-21T15:40:59.551" v="5514" actId="1076"/>
          <ac:picMkLst>
            <pc:docMk/>
            <pc:sldMk cId="1367332422" sldId="291"/>
            <ac:picMk id="15" creationId="{134540C5-B05E-4FA9-71F1-DA87F406CBD0}"/>
          </ac:picMkLst>
        </pc:picChg>
        <pc:picChg chg="del">
          <ac:chgData name="FONSECA LORIS" userId="fa4d75a3-5e48-4544-acad-017c364cc9a5" providerId="ADAL" clId="{B7C3D1B5-4B1D-4989-8F79-D935EB4B3DD4}" dt="2025-11-21T15:33:00.641" v="5214" actId="21"/>
          <ac:picMkLst>
            <pc:docMk/>
            <pc:sldMk cId="1367332422" sldId="291"/>
            <ac:picMk id="20" creationId="{66BA94E5-A184-7E0C-E5C2-45584F8FFF77}"/>
          </ac:picMkLst>
        </pc:picChg>
        <pc:picChg chg="add del mod">
          <ac:chgData name="FONSECA LORIS" userId="fa4d75a3-5e48-4544-acad-017c364cc9a5" providerId="ADAL" clId="{B7C3D1B5-4B1D-4989-8F79-D935EB4B3DD4}" dt="2025-11-21T15:33:23.405" v="5226" actId="21"/>
          <ac:picMkLst>
            <pc:docMk/>
            <pc:sldMk cId="1367332422" sldId="291"/>
            <ac:picMk id="21" creationId="{FBC06551-FBB1-4F5B-AD9B-B87615BB0069}"/>
          </ac:picMkLst>
        </pc:picChg>
        <pc:picChg chg="del mod">
          <ac:chgData name="FONSECA LORIS" userId="fa4d75a3-5e48-4544-acad-017c364cc9a5" providerId="ADAL" clId="{B7C3D1B5-4B1D-4989-8F79-D935EB4B3DD4}" dt="2025-11-21T15:33:23.405" v="5226" actId="21"/>
          <ac:picMkLst>
            <pc:docMk/>
            <pc:sldMk cId="1367332422" sldId="291"/>
            <ac:picMk id="22" creationId="{A52FB21A-3B1B-816A-0A9F-76678373FD88}"/>
          </ac:picMkLst>
        </pc:picChg>
        <pc:picChg chg="del">
          <ac:chgData name="FONSECA LORIS" userId="fa4d75a3-5e48-4544-acad-017c364cc9a5" providerId="ADAL" clId="{B7C3D1B5-4B1D-4989-8F79-D935EB4B3DD4}" dt="2025-11-21T15:33:42.573" v="5231" actId="21"/>
          <ac:picMkLst>
            <pc:docMk/>
            <pc:sldMk cId="1367332422" sldId="291"/>
            <ac:picMk id="24" creationId="{150A78CB-4596-9B12-3780-29A10D0A3E7B}"/>
          </ac:picMkLst>
        </pc:picChg>
        <pc:picChg chg="add mod">
          <ac:chgData name="FONSECA LORIS" userId="fa4d75a3-5e48-4544-acad-017c364cc9a5" providerId="ADAL" clId="{B7C3D1B5-4B1D-4989-8F79-D935EB4B3DD4}" dt="2025-11-21T15:40:59.551" v="5514" actId="1076"/>
          <ac:picMkLst>
            <pc:docMk/>
            <pc:sldMk cId="1367332422" sldId="291"/>
            <ac:picMk id="25" creationId="{150A78CB-4596-9B12-3780-29A10D0A3E7B}"/>
          </ac:picMkLst>
        </pc:picChg>
      </pc:sldChg>
      <pc:sldChg chg="addSp delSp modSp add del mod">
        <pc:chgData name="FONSECA LORIS" userId="fa4d75a3-5e48-4544-acad-017c364cc9a5" providerId="ADAL" clId="{B7C3D1B5-4B1D-4989-8F79-D935EB4B3DD4}" dt="2025-11-21T15:42:00.927" v="5528" actId="1076"/>
        <pc:sldMkLst>
          <pc:docMk/>
          <pc:sldMk cId="3355499383" sldId="292"/>
        </pc:sldMkLst>
        <pc:spChg chg="add mod topLvl">
          <ac:chgData name="FONSECA LORIS" userId="fa4d75a3-5e48-4544-acad-017c364cc9a5" providerId="ADAL" clId="{B7C3D1B5-4B1D-4989-8F79-D935EB4B3DD4}" dt="2025-11-21T15:41:50.047" v="5525" actId="165"/>
          <ac:spMkLst>
            <pc:docMk/>
            <pc:sldMk cId="3355499383" sldId="292"/>
            <ac:spMk id="2" creationId="{C6D0A615-B4D6-9A5D-AFD3-8EB288234A95}"/>
          </ac:spMkLst>
        </pc:spChg>
        <pc:spChg chg="add mod">
          <ac:chgData name="FONSECA LORIS" userId="fa4d75a3-5e48-4544-acad-017c364cc9a5" providerId="ADAL" clId="{B7C3D1B5-4B1D-4989-8F79-D935EB4B3DD4}" dt="2025-11-21T15:41:43.959" v="5522" actId="1076"/>
          <ac:spMkLst>
            <pc:docMk/>
            <pc:sldMk cId="3355499383" sldId="292"/>
            <ac:spMk id="3" creationId="{3C0F94FD-E485-8C9D-9BDF-EBD38D0BB836}"/>
          </ac:spMkLst>
        </pc:spChg>
        <pc:spChg chg="add mod">
          <ac:chgData name="FONSECA LORIS" userId="fa4d75a3-5e48-4544-acad-017c364cc9a5" providerId="ADAL" clId="{B7C3D1B5-4B1D-4989-8F79-D935EB4B3DD4}" dt="2025-11-21T15:32:06.936" v="5189" actId="1076"/>
          <ac:spMkLst>
            <pc:docMk/>
            <pc:sldMk cId="3355499383" sldId="292"/>
            <ac:spMk id="4" creationId="{EEE708C1-456E-FA15-322A-827601112370}"/>
          </ac:spMkLst>
        </pc:spChg>
        <pc:spChg chg="mod">
          <ac:chgData name="FONSECA LORIS" userId="fa4d75a3-5e48-4544-acad-017c364cc9a5" providerId="ADAL" clId="{B7C3D1B5-4B1D-4989-8F79-D935EB4B3DD4}" dt="2025-11-21T15:30:02.677" v="5162" actId="165"/>
          <ac:spMkLst>
            <pc:docMk/>
            <pc:sldMk cId="3355499383" sldId="292"/>
            <ac:spMk id="10" creationId="{8FD45DF3-C458-E27E-5824-8DC1CDD39D7D}"/>
          </ac:spMkLst>
        </pc:spChg>
        <pc:spChg chg="mod">
          <ac:chgData name="FONSECA LORIS" userId="fa4d75a3-5e48-4544-acad-017c364cc9a5" providerId="ADAL" clId="{B7C3D1B5-4B1D-4989-8F79-D935EB4B3DD4}" dt="2025-11-21T15:41:46.635" v="5524" actId="1076"/>
          <ac:spMkLst>
            <pc:docMk/>
            <pc:sldMk cId="3355499383" sldId="292"/>
            <ac:spMk id="11" creationId="{9F892E82-AFA1-7BB3-84E6-BC4E4A403EDB}"/>
          </ac:spMkLst>
        </pc:spChg>
        <pc:spChg chg="mod">
          <ac:chgData name="FONSECA LORIS" userId="fa4d75a3-5e48-4544-acad-017c364cc9a5" providerId="ADAL" clId="{B7C3D1B5-4B1D-4989-8F79-D935EB4B3DD4}" dt="2025-11-21T15:41:50.047" v="5525" actId="165"/>
          <ac:spMkLst>
            <pc:docMk/>
            <pc:sldMk cId="3355499383" sldId="292"/>
            <ac:spMk id="14" creationId="{C0701886-7741-A786-F9FE-5714BEDB7DDD}"/>
          </ac:spMkLst>
        </pc:spChg>
        <pc:spChg chg="mod">
          <ac:chgData name="FONSECA LORIS" userId="fa4d75a3-5e48-4544-acad-017c364cc9a5" providerId="ADAL" clId="{B7C3D1B5-4B1D-4989-8F79-D935EB4B3DD4}" dt="2025-11-21T15:41:50.047" v="5525" actId="165"/>
          <ac:spMkLst>
            <pc:docMk/>
            <pc:sldMk cId="3355499383" sldId="292"/>
            <ac:spMk id="15" creationId="{83FD81B0-9477-8D19-645B-3DD057005ACA}"/>
          </ac:spMkLst>
        </pc:spChg>
        <pc:spChg chg="mod topLvl">
          <ac:chgData name="FONSECA LORIS" userId="fa4d75a3-5e48-4544-acad-017c364cc9a5" providerId="ADAL" clId="{B7C3D1B5-4B1D-4989-8F79-D935EB4B3DD4}" dt="2025-11-21T15:41:50.047" v="5525" actId="165"/>
          <ac:spMkLst>
            <pc:docMk/>
            <pc:sldMk cId="3355499383" sldId="292"/>
            <ac:spMk id="16" creationId="{D59C9A90-CCB3-6DD0-4AD7-0F6DF88A9E5A}"/>
          </ac:spMkLst>
        </pc:spChg>
        <pc:spChg chg="mod topLvl">
          <ac:chgData name="FONSECA LORIS" userId="fa4d75a3-5e48-4544-acad-017c364cc9a5" providerId="ADAL" clId="{B7C3D1B5-4B1D-4989-8F79-D935EB4B3DD4}" dt="2025-11-21T15:41:50.047" v="5525" actId="165"/>
          <ac:spMkLst>
            <pc:docMk/>
            <pc:sldMk cId="3355499383" sldId="292"/>
            <ac:spMk id="18" creationId="{1C3A1680-3AEF-1C7A-CE1C-E49026FE5786}"/>
          </ac:spMkLst>
        </pc:spChg>
        <pc:spChg chg="mod topLvl">
          <ac:chgData name="FONSECA LORIS" userId="fa4d75a3-5e48-4544-acad-017c364cc9a5" providerId="ADAL" clId="{B7C3D1B5-4B1D-4989-8F79-D935EB4B3DD4}" dt="2025-11-21T15:41:50.047" v="5525" actId="165"/>
          <ac:spMkLst>
            <pc:docMk/>
            <pc:sldMk cId="3355499383" sldId="292"/>
            <ac:spMk id="20" creationId="{2D1ABA45-F90C-9BA7-DCF9-394B42F8A676}"/>
          </ac:spMkLst>
        </pc:spChg>
        <pc:spChg chg="mod">
          <ac:chgData name="FONSECA LORIS" userId="fa4d75a3-5e48-4544-acad-017c364cc9a5" providerId="ADAL" clId="{B7C3D1B5-4B1D-4989-8F79-D935EB4B3DD4}" dt="2025-11-21T15:32:32.532" v="5204" actId="1036"/>
          <ac:spMkLst>
            <pc:docMk/>
            <pc:sldMk cId="3355499383" sldId="292"/>
            <ac:spMk id="21" creationId="{215D86E9-201F-0586-9314-3C30EED6C657}"/>
          </ac:spMkLst>
        </pc:spChg>
        <pc:spChg chg="mod topLvl">
          <ac:chgData name="FONSECA LORIS" userId="fa4d75a3-5e48-4544-acad-017c364cc9a5" providerId="ADAL" clId="{B7C3D1B5-4B1D-4989-8F79-D935EB4B3DD4}" dt="2025-11-21T15:41:50.047" v="5525" actId="165"/>
          <ac:spMkLst>
            <pc:docMk/>
            <pc:sldMk cId="3355499383" sldId="292"/>
            <ac:spMk id="22" creationId="{935D5ED2-C1FD-61BC-9AFC-908B131B39D3}"/>
          </ac:spMkLst>
        </pc:spChg>
        <pc:spChg chg="mod topLvl">
          <ac:chgData name="FONSECA LORIS" userId="fa4d75a3-5e48-4544-acad-017c364cc9a5" providerId="ADAL" clId="{B7C3D1B5-4B1D-4989-8F79-D935EB4B3DD4}" dt="2025-11-21T15:41:05.005" v="5515" actId="164"/>
          <ac:spMkLst>
            <pc:docMk/>
            <pc:sldMk cId="3355499383" sldId="292"/>
            <ac:spMk id="24" creationId="{FFB4F14B-4C5C-7C73-ECB6-CDC3B6CE8CE6}"/>
          </ac:spMkLst>
        </pc:spChg>
        <pc:spChg chg="mod topLvl">
          <ac:chgData name="FONSECA LORIS" userId="fa4d75a3-5e48-4544-acad-017c364cc9a5" providerId="ADAL" clId="{B7C3D1B5-4B1D-4989-8F79-D935EB4B3DD4}" dt="2025-11-21T15:41:05.005" v="5515" actId="164"/>
          <ac:spMkLst>
            <pc:docMk/>
            <pc:sldMk cId="3355499383" sldId="292"/>
            <ac:spMk id="25" creationId="{9D4356E6-25C1-3524-1F9E-DDD586FBA364}"/>
          </ac:spMkLst>
        </pc:spChg>
        <pc:spChg chg="mod topLvl">
          <ac:chgData name="FONSECA LORIS" userId="fa4d75a3-5e48-4544-acad-017c364cc9a5" providerId="ADAL" clId="{B7C3D1B5-4B1D-4989-8F79-D935EB4B3DD4}" dt="2025-11-21T15:41:50.047" v="5525" actId="165"/>
          <ac:spMkLst>
            <pc:docMk/>
            <pc:sldMk cId="3355499383" sldId="292"/>
            <ac:spMk id="26" creationId="{3EEBD0DA-D84A-E125-CDD5-3C625B0C6474}"/>
          </ac:spMkLst>
        </pc:spChg>
        <pc:spChg chg="mod">
          <ac:chgData name="FONSECA LORIS" userId="fa4d75a3-5e48-4544-acad-017c364cc9a5" providerId="ADAL" clId="{B7C3D1B5-4B1D-4989-8F79-D935EB4B3DD4}" dt="2025-11-21T15:41:50.047" v="5525" actId="165"/>
          <ac:spMkLst>
            <pc:docMk/>
            <pc:sldMk cId="3355499383" sldId="292"/>
            <ac:spMk id="28" creationId="{2577605E-A55D-D789-83C3-145A682313A7}"/>
          </ac:spMkLst>
        </pc:spChg>
        <pc:spChg chg="mod topLvl">
          <ac:chgData name="FONSECA LORIS" userId="fa4d75a3-5e48-4544-acad-017c364cc9a5" providerId="ADAL" clId="{B7C3D1B5-4B1D-4989-8F79-D935EB4B3DD4}" dt="2025-11-21T15:41:55.614" v="5527" actId="1076"/>
          <ac:spMkLst>
            <pc:docMk/>
            <pc:sldMk cId="3355499383" sldId="292"/>
            <ac:spMk id="31" creationId="{3CDD0E5C-23F7-0ABC-2F5D-FC8864460AA4}"/>
          </ac:spMkLst>
        </pc:spChg>
        <pc:spChg chg="mod">
          <ac:chgData name="FONSECA LORIS" userId="fa4d75a3-5e48-4544-acad-017c364cc9a5" providerId="ADAL" clId="{B7C3D1B5-4B1D-4989-8F79-D935EB4B3DD4}" dt="2025-11-21T15:42:00.927" v="5528" actId="1076"/>
          <ac:spMkLst>
            <pc:docMk/>
            <pc:sldMk cId="3355499383" sldId="292"/>
            <ac:spMk id="32" creationId="{08A22A59-41C1-98E5-7DCB-F6932B25DB11}"/>
          </ac:spMkLst>
        </pc:spChg>
        <pc:spChg chg="mod topLvl">
          <ac:chgData name="FONSECA LORIS" userId="fa4d75a3-5e48-4544-acad-017c364cc9a5" providerId="ADAL" clId="{B7C3D1B5-4B1D-4989-8F79-D935EB4B3DD4}" dt="2025-11-21T15:41:53.079" v="5526" actId="1076"/>
          <ac:spMkLst>
            <pc:docMk/>
            <pc:sldMk cId="3355499383" sldId="292"/>
            <ac:spMk id="33" creationId="{E7463E72-A8F6-400D-3111-A9587C49C3F4}"/>
          </ac:spMkLst>
        </pc:spChg>
        <pc:grpChg chg="mod">
          <ac:chgData name="FONSECA LORIS" userId="fa4d75a3-5e48-4544-acad-017c364cc9a5" providerId="ADAL" clId="{B7C3D1B5-4B1D-4989-8F79-D935EB4B3DD4}" dt="2025-11-21T15:32:25.794" v="5202" actId="1037"/>
          <ac:grpSpMkLst>
            <pc:docMk/>
            <pc:sldMk cId="3355499383" sldId="292"/>
            <ac:grpSpMk id="9" creationId="{099F9A65-9499-9947-6D4C-7B80DD4D2F15}"/>
          </ac:grpSpMkLst>
        </pc:grpChg>
        <pc:grpChg chg="mod">
          <ac:chgData name="FONSECA LORIS" userId="fa4d75a3-5e48-4544-acad-017c364cc9a5" providerId="ADAL" clId="{B7C3D1B5-4B1D-4989-8F79-D935EB4B3DD4}" dt="2025-11-21T15:30:46.793" v="5175" actId="1076"/>
          <ac:grpSpMkLst>
            <pc:docMk/>
            <pc:sldMk cId="3355499383" sldId="292"/>
            <ac:grpSpMk id="13" creationId="{46D02B37-375E-949A-9C6D-334CA9E3E8C3}"/>
          </ac:grpSpMkLst>
        </pc:grpChg>
        <pc:grpChg chg="mod">
          <ac:chgData name="FONSECA LORIS" userId="fa4d75a3-5e48-4544-acad-017c364cc9a5" providerId="ADAL" clId="{B7C3D1B5-4B1D-4989-8F79-D935EB4B3DD4}" dt="2025-11-21T15:32:40.475" v="5213" actId="1035"/>
          <ac:grpSpMkLst>
            <pc:docMk/>
            <pc:sldMk cId="3355499383" sldId="292"/>
            <ac:grpSpMk id="27" creationId="{B95EDE04-84A7-D748-0340-31CD18E9B37F}"/>
          </ac:grpSpMkLst>
        </pc:grpChg>
        <pc:grpChg chg="mod">
          <ac:chgData name="FONSECA LORIS" userId="fa4d75a3-5e48-4544-acad-017c364cc9a5" providerId="ADAL" clId="{B7C3D1B5-4B1D-4989-8F79-D935EB4B3DD4}" dt="2025-11-21T15:41:37.423" v="5520" actId="1076"/>
          <ac:grpSpMkLst>
            <pc:docMk/>
            <pc:sldMk cId="3355499383" sldId="292"/>
            <ac:grpSpMk id="35" creationId="{1E00A5E7-102E-9028-0FA4-BBB2CAC91757}"/>
          </ac:grpSpMkLst>
        </pc:grpChg>
        <pc:picChg chg="add del mod">
          <ac:chgData name="FONSECA LORIS" userId="fa4d75a3-5e48-4544-acad-017c364cc9a5" providerId="ADAL" clId="{B7C3D1B5-4B1D-4989-8F79-D935EB4B3DD4}" dt="2025-11-21T15:40:56.248" v="5512" actId="21"/>
          <ac:picMkLst>
            <pc:docMk/>
            <pc:sldMk cId="3355499383" sldId="292"/>
            <ac:picMk id="5" creationId="{66BA94E5-A184-7E0C-E5C2-45584F8FFF77}"/>
          </ac:picMkLst>
        </pc:picChg>
        <pc:picChg chg="add del mod">
          <ac:chgData name="FONSECA LORIS" userId="fa4d75a3-5e48-4544-acad-017c364cc9a5" providerId="ADAL" clId="{B7C3D1B5-4B1D-4989-8F79-D935EB4B3DD4}" dt="2025-11-21T15:40:56.248" v="5512" actId="21"/>
          <ac:picMkLst>
            <pc:docMk/>
            <pc:sldMk cId="3355499383" sldId="292"/>
            <ac:picMk id="6" creationId="{FBC06551-FBB1-4F5B-AD9B-B87615BB0069}"/>
          </ac:picMkLst>
        </pc:picChg>
        <pc:picChg chg="add del mod">
          <ac:chgData name="FONSECA LORIS" userId="fa4d75a3-5e48-4544-acad-017c364cc9a5" providerId="ADAL" clId="{B7C3D1B5-4B1D-4989-8F79-D935EB4B3DD4}" dt="2025-11-21T15:40:56.248" v="5512" actId="21"/>
          <ac:picMkLst>
            <pc:docMk/>
            <pc:sldMk cId="3355499383" sldId="292"/>
            <ac:picMk id="7" creationId="{A52FB21A-3B1B-816A-0A9F-76678373FD88}"/>
          </ac:picMkLst>
        </pc:picChg>
        <pc:picChg chg="add del mod">
          <ac:chgData name="FONSECA LORIS" userId="fa4d75a3-5e48-4544-acad-017c364cc9a5" providerId="ADAL" clId="{B7C3D1B5-4B1D-4989-8F79-D935EB4B3DD4}" dt="2025-11-21T15:40:56.248" v="5512" actId="21"/>
          <ac:picMkLst>
            <pc:docMk/>
            <pc:sldMk cId="3355499383" sldId="292"/>
            <ac:picMk id="8" creationId="{06681856-89A2-75DA-AC83-84A1C1EEE99E}"/>
          </ac:picMkLst>
        </pc:picChg>
        <pc:picChg chg="add del mod">
          <ac:chgData name="FONSECA LORIS" userId="fa4d75a3-5e48-4544-acad-017c364cc9a5" providerId="ADAL" clId="{B7C3D1B5-4B1D-4989-8F79-D935EB4B3DD4}" dt="2025-11-21T15:40:56.248" v="5512" actId="21"/>
          <ac:picMkLst>
            <pc:docMk/>
            <pc:sldMk cId="3355499383" sldId="292"/>
            <ac:picMk id="12" creationId="{47F8490A-6BD5-0C41-FB46-4CD6764E83D3}"/>
          </ac:picMkLst>
        </pc:picChg>
        <pc:picChg chg="add del mod">
          <ac:chgData name="FONSECA LORIS" userId="fa4d75a3-5e48-4544-acad-017c364cc9a5" providerId="ADAL" clId="{B7C3D1B5-4B1D-4989-8F79-D935EB4B3DD4}" dt="2025-11-21T15:40:56.248" v="5512" actId="21"/>
          <ac:picMkLst>
            <pc:docMk/>
            <pc:sldMk cId="3355499383" sldId="292"/>
            <ac:picMk id="17" creationId="{134540C5-B05E-4FA9-71F1-DA87F406CBD0}"/>
          </ac:picMkLst>
        </pc:picChg>
        <pc:picChg chg="add del mod">
          <ac:chgData name="FONSECA LORIS" userId="fa4d75a3-5e48-4544-acad-017c364cc9a5" providerId="ADAL" clId="{B7C3D1B5-4B1D-4989-8F79-D935EB4B3DD4}" dt="2025-11-21T15:40:56.248" v="5512" actId="21"/>
          <ac:picMkLst>
            <pc:docMk/>
            <pc:sldMk cId="3355499383" sldId="292"/>
            <ac:picMk id="19" creationId="{150A78CB-4596-9B12-3780-29A10D0A3E7B}"/>
          </ac:picMkLst>
        </pc:picChg>
        <pc:picChg chg="mod">
          <ac:chgData name="FONSECA LORIS" userId="fa4d75a3-5e48-4544-acad-017c364cc9a5" providerId="ADAL" clId="{B7C3D1B5-4B1D-4989-8F79-D935EB4B3DD4}" dt="2025-11-14T18:14:43.517" v="3767" actId="1076"/>
          <ac:picMkLst>
            <pc:docMk/>
            <pc:sldMk cId="3355499383" sldId="292"/>
            <ac:picMk id="30" creationId="{98812363-018E-3CF0-2003-7B6560B2984B}"/>
          </ac:picMkLst>
        </pc:picChg>
      </pc:sldChg>
      <pc:sldChg chg="addSp delSp modSp add mod">
        <pc:chgData name="FONSECA LORIS" userId="fa4d75a3-5e48-4544-acad-017c364cc9a5" providerId="ADAL" clId="{B7C3D1B5-4B1D-4989-8F79-D935EB4B3DD4}" dt="2025-11-21T15:28:46.720" v="5161" actId="1076"/>
        <pc:sldMkLst>
          <pc:docMk/>
          <pc:sldMk cId="2475754234" sldId="293"/>
        </pc:sldMkLst>
        <pc:spChg chg="mod ord">
          <ac:chgData name="FONSECA LORIS" userId="fa4d75a3-5e48-4544-acad-017c364cc9a5" providerId="ADAL" clId="{B7C3D1B5-4B1D-4989-8F79-D935EB4B3DD4}" dt="2025-11-21T15:28:46.720" v="5161" actId="1076"/>
          <ac:spMkLst>
            <pc:docMk/>
            <pc:sldMk cId="2475754234" sldId="293"/>
            <ac:spMk id="2" creationId="{30487E6C-AEE1-06F1-7A72-C2960B760680}"/>
          </ac:spMkLst>
        </pc:spChg>
        <pc:spChg chg="mod ord">
          <ac:chgData name="FONSECA LORIS" userId="fa4d75a3-5e48-4544-acad-017c364cc9a5" providerId="ADAL" clId="{B7C3D1B5-4B1D-4989-8F79-D935EB4B3DD4}" dt="2025-11-21T15:28:43.872" v="5160" actId="1076"/>
          <ac:spMkLst>
            <pc:docMk/>
            <pc:sldMk cId="2475754234" sldId="293"/>
            <ac:spMk id="3" creationId="{FCBF1913-43D0-445A-E16E-D8DFB1143D41}"/>
          </ac:spMkLst>
        </pc:spChg>
        <pc:spChg chg="add mod topLvl">
          <ac:chgData name="FONSECA LORIS" userId="fa4d75a3-5e48-4544-acad-017c364cc9a5" providerId="ADAL" clId="{B7C3D1B5-4B1D-4989-8F79-D935EB4B3DD4}" dt="2025-11-14T18:33:17.089" v="4104" actId="1076"/>
          <ac:spMkLst>
            <pc:docMk/>
            <pc:sldMk cId="2475754234" sldId="293"/>
            <ac:spMk id="5" creationId="{D61E22F1-4A67-14B8-E9C2-2B555275BF3A}"/>
          </ac:spMkLst>
        </pc:spChg>
        <pc:spChg chg="add mod ord">
          <ac:chgData name="FONSECA LORIS" userId="fa4d75a3-5e48-4544-acad-017c364cc9a5" providerId="ADAL" clId="{B7C3D1B5-4B1D-4989-8F79-D935EB4B3DD4}" dt="2025-11-14T18:33:17.089" v="4104" actId="1076"/>
          <ac:spMkLst>
            <pc:docMk/>
            <pc:sldMk cId="2475754234" sldId="293"/>
            <ac:spMk id="7" creationId="{FE03270D-EDDB-BCCD-CE2C-8C4B0C151981}"/>
          </ac:spMkLst>
        </pc:spChg>
        <pc:spChg chg="mod">
          <ac:chgData name="FONSECA LORIS" userId="fa4d75a3-5e48-4544-acad-017c364cc9a5" providerId="ADAL" clId="{B7C3D1B5-4B1D-4989-8F79-D935EB4B3DD4}" dt="2025-11-14T18:31:59.233" v="4053" actId="165"/>
          <ac:spMkLst>
            <pc:docMk/>
            <pc:sldMk cId="2475754234" sldId="293"/>
            <ac:spMk id="10" creationId="{7030D73E-B2FA-140A-DA01-0A05706FDBB2}"/>
          </ac:spMkLst>
        </pc:spChg>
        <pc:spChg chg="mod">
          <ac:chgData name="FONSECA LORIS" userId="fa4d75a3-5e48-4544-acad-017c364cc9a5" providerId="ADAL" clId="{B7C3D1B5-4B1D-4989-8F79-D935EB4B3DD4}" dt="2025-11-14T18:31:59.233" v="4053" actId="165"/>
          <ac:spMkLst>
            <pc:docMk/>
            <pc:sldMk cId="2475754234" sldId="293"/>
            <ac:spMk id="11" creationId="{2F1E18DE-168C-BA24-6AF2-11DF6605D616}"/>
          </ac:spMkLst>
        </pc:spChg>
        <pc:spChg chg="mod">
          <ac:chgData name="FONSECA LORIS" userId="fa4d75a3-5e48-4544-acad-017c364cc9a5" providerId="ADAL" clId="{B7C3D1B5-4B1D-4989-8F79-D935EB4B3DD4}" dt="2025-11-14T18:25:33.059" v="3984" actId="165"/>
          <ac:spMkLst>
            <pc:docMk/>
            <pc:sldMk cId="2475754234" sldId="293"/>
            <ac:spMk id="14" creationId="{81962148-755B-0FD3-B5F0-D2244827AD47}"/>
          </ac:spMkLst>
        </pc:spChg>
        <pc:spChg chg="mod">
          <ac:chgData name="FONSECA LORIS" userId="fa4d75a3-5e48-4544-acad-017c364cc9a5" providerId="ADAL" clId="{B7C3D1B5-4B1D-4989-8F79-D935EB4B3DD4}" dt="2025-11-14T18:31:59.233" v="4053" actId="165"/>
          <ac:spMkLst>
            <pc:docMk/>
            <pc:sldMk cId="2475754234" sldId="293"/>
            <ac:spMk id="15" creationId="{9E8C7E5B-90C1-AB6A-8965-B322C596DBEB}"/>
          </ac:spMkLst>
        </pc:spChg>
        <pc:spChg chg="mod topLvl">
          <ac:chgData name="FONSECA LORIS" userId="fa4d75a3-5e48-4544-acad-017c364cc9a5" providerId="ADAL" clId="{B7C3D1B5-4B1D-4989-8F79-D935EB4B3DD4}" dt="2025-11-14T18:33:17.089" v="4104" actId="1076"/>
          <ac:spMkLst>
            <pc:docMk/>
            <pc:sldMk cId="2475754234" sldId="293"/>
            <ac:spMk id="18" creationId="{063D5DE0-46E2-7A1F-F324-2C39894288D9}"/>
          </ac:spMkLst>
        </pc:spChg>
        <pc:spChg chg="mod topLvl">
          <ac:chgData name="FONSECA LORIS" userId="fa4d75a3-5e48-4544-acad-017c364cc9a5" providerId="ADAL" clId="{B7C3D1B5-4B1D-4989-8F79-D935EB4B3DD4}" dt="2025-11-14T18:33:17.089" v="4104" actId="1076"/>
          <ac:spMkLst>
            <pc:docMk/>
            <pc:sldMk cId="2475754234" sldId="293"/>
            <ac:spMk id="20" creationId="{E8701711-4D68-1400-CD2C-312AF9D2E0A3}"/>
          </ac:spMkLst>
        </pc:spChg>
        <pc:spChg chg="mod topLvl">
          <ac:chgData name="FONSECA LORIS" userId="fa4d75a3-5e48-4544-acad-017c364cc9a5" providerId="ADAL" clId="{B7C3D1B5-4B1D-4989-8F79-D935EB4B3DD4}" dt="2025-11-14T18:33:17.089" v="4104" actId="1076"/>
          <ac:spMkLst>
            <pc:docMk/>
            <pc:sldMk cId="2475754234" sldId="293"/>
            <ac:spMk id="22" creationId="{9839BDD9-6E3E-79A9-04C5-5CF21393376C}"/>
          </ac:spMkLst>
        </pc:spChg>
        <pc:spChg chg="mod topLvl">
          <ac:chgData name="FONSECA LORIS" userId="fa4d75a3-5e48-4544-acad-017c364cc9a5" providerId="ADAL" clId="{B7C3D1B5-4B1D-4989-8F79-D935EB4B3DD4}" dt="2025-11-14T18:33:17.089" v="4104" actId="1076"/>
          <ac:spMkLst>
            <pc:docMk/>
            <pc:sldMk cId="2475754234" sldId="293"/>
            <ac:spMk id="24" creationId="{5143C491-D6CE-7AFA-AC75-311682DCF57F}"/>
          </ac:spMkLst>
        </pc:spChg>
        <pc:spChg chg="mod topLvl">
          <ac:chgData name="FONSECA LORIS" userId="fa4d75a3-5e48-4544-acad-017c364cc9a5" providerId="ADAL" clId="{B7C3D1B5-4B1D-4989-8F79-D935EB4B3DD4}" dt="2025-11-14T18:33:17.089" v="4104" actId="1076"/>
          <ac:spMkLst>
            <pc:docMk/>
            <pc:sldMk cId="2475754234" sldId="293"/>
            <ac:spMk id="26" creationId="{A5A4204A-26A0-7F5F-0540-08ECCDABFBD7}"/>
          </ac:spMkLst>
        </pc:spChg>
        <pc:spChg chg="mod topLvl">
          <ac:chgData name="FONSECA LORIS" userId="fa4d75a3-5e48-4544-acad-017c364cc9a5" providerId="ADAL" clId="{B7C3D1B5-4B1D-4989-8F79-D935EB4B3DD4}" dt="2025-11-14T18:33:17.089" v="4104" actId="1076"/>
          <ac:spMkLst>
            <pc:docMk/>
            <pc:sldMk cId="2475754234" sldId="293"/>
            <ac:spMk id="33" creationId="{8618BE89-55F9-CE8E-CD6F-AC106F21A278}"/>
          </ac:spMkLst>
        </pc:spChg>
        <pc:grpChg chg="mod">
          <ac:chgData name="FONSECA LORIS" userId="fa4d75a3-5e48-4544-acad-017c364cc9a5" providerId="ADAL" clId="{B7C3D1B5-4B1D-4989-8F79-D935EB4B3DD4}" dt="2025-11-14T18:32:56.594" v="4096" actId="1037"/>
          <ac:grpSpMkLst>
            <pc:docMk/>
            <pc:sldMk cId="2475754234" sldId="293"/>
            <ac:grpSpMk id="9" creationId="{E37D396D-C581-7034-C23F-615403BF5EFF}"/>
          </ac:grpSpMkLst>
        </pc:grpChg>
        <pc:grpChg chg="mod">
          <ac:chgData name="FONSECA LORIS" userId="fa4d75a3-5e48-4544-acad-017c364cc9a5" providerId="ADAL" clId="{B7C3D1B5-4B1D-4989-8F79-D935EB4B3DD4}" dt="2025-11-14T18:32:45.071" v="4079" actId="1038"/>
          <ac:grpSpMkLst>
            <pc:docMk/>
            <pc:sldMk cId="2475754234" sldId="293"/>
            <ac:grpSpMk id="13" creationId="{2607DC13-C060-23C6-87C1-1B1198D9C9BF}"/>
          </ac:grpSpMkLst>
        </pc:grpChg>
        <pc:picChg chg="mod">
          <ac:chgData name="FONSECA LORIS" userId="fa4d75a3-5e48-4544-acad-017c364cc9a5" providerId="ADAL" clId="{B7C3D1B5-4B1D-4989-8F79-D935EB4B3DD4}" dt="2025-11-14T18:27:59.397" v="3997" actId="164"/>
          <ac:picMkLst>
            <pc:docMk/>
            <pc:sldMk cId="2475754234" sldId="293"/>
            <ac:picMk id="30" creationId="{4A707F4D-CF27-23F6-EF2F-5F3FBEEC0C9D}"/>
          </ac:picMkLst>
        </pc:picChg>
      </pc:sldChg>
      <pc:sldChg chg="modSp add mod">
        <pc:chgData name="FONSECA LORIS" userId="fa4d75a3-5e48-4544-acad-017c364cc9a5" providerId="ADAL" clId="{B7C3D1B5-4B1D-4989-8F79-D935EB4B3DD4}" dt="2025-11-22T14:29:55.407" v="6747" actId="404"/>
        <pc:sldMkLst>
          <pc:docMk/>
          <pc:sldMk cId="2202233358" sldId="294"/>
        </pc:sldMkLst>
        <pc:spChg chg="mod">
          <ac:chgData name="FONSECA LORIS" userId="fa4d75a3-5e48-4544-acad-017c364cc9a5" providerId="ADAL" clId="{B7C3D1B5-4B1D-4989-8F79-D935EB4B3DD4}" dt="2025-11-21T16:14:31.059" v="6350" actId="1037"/>
          <ac:spMkLst>
            <pc:docMk/>
            <pc:sldMk cId="2202233358" sldId="294"/>
            <ac:spMk id="10" creationId="{7B9D8D98-F788-14EE-4EB8-8BEEBDCC91B2}"/>
          </ac:spMkLst>
        </pc:spChg>
        <pc:spChg chg="mod">
          <ac:chgData name="FONSECA LORIS" userId="fa4d75a3-5e48-4544-acad-017c364cc9a5" providerId="ADAL" clId="{B7C3D1B5-4B1D-4989-8F79-D935EB4B3DD4}" dt="2025-11-22T14:29:55.407" v="6747" actId="404"/>
          <ac:spMkLst>
            <pc:docMk/>
            <pc:sldMk cId="2202233358" sldId="294"/>
            <ac:spMk id="13" creationId="{50D60764-9DC5-5715-F051-61EDCFEA4AFE}"/>
          </ac:spMkLst>
        </pc:spChg>
        <pc:spChg chg="mod">
          <ac:chgData name="FONSECA LORIS" userId="fa4d75a3-5e48-4544-acad-017c364cc9a5" providerId="ADAL" clId="{B7C3D1B5-4B1D-4989-8F79-D935EB4B3DD4}" dt="2025-11-22T14:29:47.835" v="6746" actId="404"/>
          <ac:spMkLst>
            <pc:docMk/>
            <pc:sldMk cId="2202233358" sldId="294"/>
            <ac:spMk id="14" creationId="{F6DFAEC5-5A41-2301-2F25-9C94181753CD}"/>
          </ac:spMkLst>
        </pc:spChg>
        <pc:spChg chg="mod">
          <ac:chgData name="FONSECA LORIS" userId="fa4d75a3-5e48-4544-acad-017c364cc9a5" providerId="ADAL" clId="{B7C3D1B5-4B1D-4989-8F79-D935EB4B3DD4}" dt="2025-11-21T16:14:49.252" v="6369" actId="1038"/>
          <ac:spMkLst>
            <pc:docMk/>
            <pc:sldMk cId="2202233358" sldId="294"/>
            <ac:spMk id="21" creationId="{C427CD31-84A1-5FA9-70DD-206CEBDDAD53}"/>
          </ac:spMkLst>
        </pc:spChg>
        <pc:cxnChg chg="mod">
          <ac:chgData name="FONSECA LORIS" userId="fa4d75a3-5e48-4544-acad-017c364cc9a5" providerId="ADAL" clId="{B7C3D1B5-4B1D-4989-8F79-D935EB4B3DD4}" dt="2025-11-21T16:14:49.252" v="6369" actId="1038"/>
          <ac:cxnSpMkLst>
            <pc:docMk/>
            <pc:sldMk cId="2202233358" sldId="294"/>
            <ac:cxnSpMk id="20" creationId="{80F6D4F0-4D41-FF8C-5A66-17D9D8BA1BD9}"/>
          </ac:cxnSpMkLst>
        </pc:cxnChg>
        <pc:cxnChg chg="mod">
          <ac:chgData name="FONSECA LORIS" userId="fa4d75a3-5e48-4544-acad-017c364cc9a5" providerId="ADAL" clId="{B7C3D1B5-4B1D-4989-8F79-D935EB4B3DD4}" dt="2025-11-21T16:14:49.252" v="6369" actId="1038"/>
          <ac:cxnSpMkLst>
            <pc:docMk/>
            <pc:sldMk cId="2202233358" sldId="294"/>
            <ac:cxnSpMk id="25" creationId="{AB523E2F-8157-1A18-CB8E-015869564E79}"/>
          </ac:cxnSpMkLst>
        </pc:cxnChg>
      </pc:sldChg>
      <pc:sldChg chg="add del">
        <pc:chgData name="FONSECA LORIS" userId="fa4d75a3-5e48-4544-acad-017c364cc9a5" providerId="ADAL" clId="{B7C3D1B5-4B1D-4989-8F79-D935EB4B3DD4}" dt="2025-11-21T15:40:40.322" v="5510" actId="47"/>
        <pc:sldMkLst>
          <pc:docMk/>
          <pc:sldMk cId="3831497971" sldId="294"/>
        </pc:sldMkLst>
      </pc:sldChg>
      <pc:sldChg chg="add del">
        <pc:chgData name="FONSECA LORIS" userId="fa4d75a3-5e48-4544-acad-017c364cc9a5" providerId="ADAL" clId="{B7C3D1B5-4B1D-4989-8F79-D935EB4B3DD4}" dt="2025-11-21T16:10:04.694" v="6274" actId="47"/>
        <pc:sldMkLst>
          <pc:docMk/>
          <pc:sldMk cId="4280577083" sldId="294"/>
        </pc:sldMkLst>
      </pc:sldChg>
      <pc:sldChg chg="add del">
        <pc:chgData name="FONSECA LORIS" userId="fa4d75a3-5e48-4544-acad-017c364cc9a5" providerId="ADAL" clId="{B7C3D1B5-4B1D-4989-8F79-D935EB4B3DD4}" dt="2025-11-21T16:10:00.834" v="6271" actId="47"/>
        <pc:sldMkLst>
          <pc:docMk/>
          <pc:sldMk cId="3621645644" sldId="295"/>
        </pc:sldMkLst>
      </pc:sldChg>
      <pc:sldChg chg="addSp delSp modSp add mod setBg">
        <pc:chgData name="FONSECA LORIS" userId="fa4d75a3-5e48-4544-acad-017c364cc9a5" providerId="ADAL" clId="{B7C3D1B5-4B1D-4989-8F79-D935EB4B3DD4}" dt="2025-11-21T18:31:34.227" v="6744" actId="1076"/>
        <pc:sldMkLst>
          <pc:docMk/>
          <pc:sldMk cId="3869741547" sldId="295"/>
        </pc:sldMkLst>
        <pc:spChg chg="del">
          <ac:chgData name="FONSECA LORIS" userId="fa4d75a3-5e48-4544-acad-017c364cc9a5" providerId="ADAL" clId="{B7C3D1B5-4B1D-4989-8F79-D935EB4B3DD4}" dt="2025-11-21T17:54:18.434" v="6697" actId="478"/>
          <ac:spMkLst>
            <pc:docMk/>
            <pc:sldMk cId="3869741547" sldId="295"/>
            <ac:spMk id="3" creationId="{73302B3E-CF6F-032A-A4E7-B81529AB55DE}"/>
          </ac:spMkLst>
        </pc:spChg>
        <pc:spChg chg="add del mod">
          <ac:chgData name="FONSECA LORIS" userId="fa4d75a3-5e48-4544-acad-017c364cc9a5" providerId="ADAL" clId="{B7C3D1B5-4B1D-4989-8F79-D935EB4B3DD4}" dt="2025-11-21T18:31:22.593" v="6743" actId="478"/>
          <ac:spMkLst>
            <pc:docMk/>
            <pc:sldMk cId="3869741547" sldId="295"/>
            <ac:spMk id="5" creationId="{2B21D443-F54B-3B98-8F2D-684D9BDDCC9B}"/>
          </ac:spMkLst>
        </pc:spChg>
        <pc:spChg chg="add del mod">
          <ac:chgData name="FONSECA LORIS" userId="fa4d75a3-5e48-4544-acad-017c364cc9a5" providerId="ADAL" clId="{B7C3D1B5-4B1D-4989-8F79-D935EB4B3DD4}" dt="2025-11-21T18:23:48.439" v="6742" actId="478"/>
          <ac:spMkLst>
            <pc:docMk/>
            <pc:sldMk cId="3869741547" sldId="295"/>
            <ac:spMk id="6" creationId="{4ABA4D8C-F7E8-AE95-4FDB-288F5E95E74C}"/>
          </ac:spMkLst>
        </pc:spChg>
        <pc:spChg chg="del">
          <ac:chgData name="FONSECA LORIS" userId="fa4d75a3-5e48-4544-acad-017c364cc9a5" providerId="ADAL" clId="{B7C3D1B5-4B1D-4989-8F79-D935EB4B3DD4}" dt="2025-11-21T17:54:16.048" v="6696" actId="478"/>
          <ac:spMkLst>
            <pc:docMk/>
            <pc:sldMk cId="3869741547" sldId="295"/>
            <ac:spMk id="23" creationId="{73049E95-E5FC-0EC9-6AB3-39381A6067B2}"/>
          </ac:spMkLst>
        </pc:spChg>
        <pc:spChg chg="del">
          <ac:chgData name="FONSECA LORIS" userId="fa4d75a3-5e48-4544-acad-017c364cc9a5" providerId="ADAL" clId="{B7C3D1B5-4B1D-4989-8F79-D935EB4B3DD4}" dt="2025-11-21T17:54:16.048" v="6696" actId="478"/>
          <ac:spMkLst>
            <pc:docMk/>
            <pc:sldMk cId="3869741547" sldId="295"/>
            <ac:spMk id="31" creationId="{7BA6DABA-DA82-16A2-57BF-3D052E257CC1}"/>
          </ac:spMkLst>
        </pc:spChg>
        <pc:spChg chg="del">
          <ac:chgData name="FONSECA LORIS" userId="fa4d75a3-5e48-4544-acad-017c364cc9a5" providerId="ADAL" clId="{B7C3D1B5-4B1D-4989-8F79-D935EB4B3DD4}" dt="2025-11-21T17:54:16.048" v="6696" actId="478"/>
          <ac:spMkLst>
            <pc:docMk/>
            <pc:sldMk cId="3869741547" sldId="295"/>
            <ac:spMk id="32" creationId="{1B5D3CB6-D823-50B9-0AFF-369C7B4AD80E}"/>
          </ac:spMkLst>
        </pc:spChg>
        <pc:spChg chg="del">
          <ac:chgData name="FONSECA LORIS" userId="fa4d75a3-5e48-4544-acad-017c364cc9a5" providerId="ADAL" clId="{B7C3D1B5-4B1D-4989-8F79-D935EB4B3DD4}" dt="2025-11-21T17:54:16.048" v="6696" actId="478"/>
          <ac:spMkLst>
            <pc:docMk/>
            <pc:sldMk cId="3869741547" sldId="295"/>
            <ac:spMk id="33" creationId="{2CBDD612-056B-1869-9DE1-5BED1403ED16}"/>
          </ac:spMkLst>
        </pc:spChg>
        <pc:spChg chg="del">
          <ac:chgData name="FONSECA LORIS" userId="fa4d75a3-5e48-4544-acad-017c364cc9a5" providerId="ADAL" clId="{B7C3D1B5-4B1D-4989-8F79-D935EB4B3DD4}" dt="2025-11-21T17:54:16.048" v="6696" actId="478"/>
          <ac:spMkLst>
            <pc:docMk/>
            <pc:sldMk cId="3869741547" sldId="295"/>
            <ac:spMk id="34" creationId="{AEFF293D-CEEB-50AB-74CC-EC2589120F74}"/>
          </ac:spMkLst>
        </pc:spChg>
        <pc:spChg chg="del mod">
          <ac:chgData name="FONSECA LORIS" userId="fa4d75a3-5e48-4544-acad-017c364cc9a5" providerId="ADAL" clId="{B7C3D1B5-4B1D-4989-8F79-D935EB4B3DD4}" dt="2025-11-21T17:54:16.048" v="6696" actId="478"/>
          <ac:spMkLst>
            <pc:docMk/>
            <pc:sldMk cId="3869741547" sldId="295"/>
            <ac:spMk id="56" creationId="{1AB53B28-8073-17AF-A274-338FC44708E2}"/>
          </ac:spMkLst>
        </pc:spChg>
        <pc:spChg chg="del mod">
          <ac:chgData name="FONSECA LORIS" userId="fa4d75a3-5e48-4544-acad-017c364cc9a5" providerId="ADAL" clId="{B7C3D1B5-4B1D-4989-8F79-D935EB4B3DD4}" dt="2025-11-21T17:54:16.048" v="6696" actId="478"/>
          <ac:spMkLst>
            <pc:docMk/>
            <pc:sldMk cId="3869741547" sldId="295"/>
            <ac:spMk id="57" creationId="{83964730-F5AF-EC0C-A521-FA2B24200181}"/>
          </ac:spMkLst>
        </pc:spChg>
        <pc:spChg chg="del mod">
          <ac:chgData name="FONSECA LORIS" userId="fa4d75a3-5e48-4544-acad-017c364cc9a5" providerId="ADAL" clId="{B7C3D1B5-4B1D-4989-8F79-D935EB4B3DD4}" dt="2025-11-21T17:54:16.048" v="6696" actId="478"/>
          <ac:spMkLst>
            <pc:docMk/>
            <pc:sldMk cId="3869741547" sldId="295"/>
            <ac:spMk id="59" creationId="{5BAF28A5-68F0-9582-F821-2901094055BF}"/>
          </ac:spMkLst>
        </pc:spChg>
        <pc:spChg chg="del mod">
          <ac:chgData name="FONSECA LORIS" userId="fa4d75a3-5e48-4544-acad-017c364cc9a5" providerId="ADAL" clId="{B7C3D1B5-4B1D-4989-8F79-D935EB4B3DD4}" dt="2025-11-21T17:54:16.048" v="6696" actId="478"/>
          <ac:spMkLst>
            <pc:docMk/>
            <pc:sldMk cId="3869741547" sldId="295"/>
            <ac:spMk id="63" creationId="{280AF1BA-3DAA-8869-EF33-CF9A8B51D9EF}"/>
          </ac:spMkLst>
        </pc:spChg>
        <pc:spChg chg="del mod">
          <ac:chgData name="FONSECA LORIS" userId="fa4d75a3-5e48-4544-acad-017c364cc9a5" providerId="ADAL" clId="{B7C3D1B5-4B1D-4989-8F79-D935EB4B3DD4}" dt="2025-11-21T17:54:16.048" v="6696" actId="478"/>
          <ac:spMkLst>
            <pc:docMk/>
            <pc:sldMk cId="3869741547" sldId="295"/>
            <ac:spMk id="80" creationId="{372FB426-C2A2-FEEA-FE72-A6562B8D3AC2}"/>
          </ac:spMkLst>
        </pc:spChg>
        <pc:spChg chg="mod">
          <ac:chgData name="FONSECA LORIS" userId="fa4d75a3-5e48-4544-acad-017c364cc9a5" providerId="ADAL" clId="{B7C3D1B5-4B1D-4989-8F79-D935EB4B3DD4}" dt="2025-11-21T16:17:43.666" v="6448" actId="1036"/>
          <ac:spMkLst>
            <pc:docMk/>
            <pc:sldMk cId="3869741547" sldId="295"/>
            <ac:spMk id="81" creationId="{79632B60-95FF-446E-19F3-D1879AA35484}"/>
          </ac:spMkLst>
        </pc:spChg>
        <pc:picChg chg="add mod">
          <ac:chgData name="FONSECA LORIS" userId="fa4d75a3-5e48-4544-acad-017c364cc9a5" providerId="ADAL" clId="{B7C3D1B5-4B1D-4989-8F79-D935EB4B3DD4}" dt="2025-11-21T18:31:34.227" v="6744" actId="1076"/>
          <ac:picMkLst>
            <pc:docMk/>
            <pc:sldMk cId="3869741547" sldId="295"/>
            <ac:picMk id="4" creationId="{60BE3BA9-8C6D-1B41-58F3-3B7D6635480D}"/>
          </ac:picMkLst>
        </pc:picChg>
        <pc:picChg chg="mod">
          <ac:chgData name="FONSECA LORIS" userId="fa4d75a3-5e48-4544-acad-017c364cc9a5" providerId="ADAL" clId="{B7C3D1B5-4B1D-4989-8F79-D935EB4B3DD4}" dt="2025-11-21T16:17:17.656" v="6401" actId="1076"/>
          <ac:picMkLst>
            <pc:docMk/>
            <pc:sldMk cId="3869741547" sldId="295"/>
            <ac:picMk id="9" creationId="{A4548107-DA7C-0C0C-35B4-C328E78E0823}"/>
          </ac:picMkLst>
        </pc:picChg>
        <pc:picChg chg="mod">
          <ac:chgData name="FONSECA LORIS" userId="fa4d75a3-5e48-4544-acad-017c364cc9a5" providerId="ADAL" clId="{B7C3D1B5-4B1D-4989-8F79-D935EB4B3DD4}" dt="2025-11-21T16:17:43.666" v="6448" actId="1036"/>
          <ac:picMkLst>
            <pc:docMk/>
            <pc:sldMk cId="3869741547" sldId="295"/>
            <ac:picMk id="58" creationId="{C580BDDD-3433-CC03-17C3-28398D41E8A5}"/>
          </ac:picMkLst>
        </pc:picChg>
        <pc:picChg chg="mod">
          <ac:chgData name="FONSECA LORIS" userId="fa4d75a3-5e48-4544-acad-017c364cc9a5" providerId="ADAL" clId="{B7C3D1B5-4B1D-4989-8F79-D935EB4B3DD4}" dt="2025-11-21T16:17:43.666" v="6448" actId="1036"/>
          <ac:picMkLst>
            <pc:docMk/>
            <pc:sldMk cId="3869741547" sldId="295"/>
            <ac:picMk id="60" creationId="{FB7100A1-DE0D-473B-A401-1107CBC3634E}"/>
          </ac:picMkLst>
        </pc:picChg>
        <pc:picChg chg="mod">
          <ac:chgData name="FONSECA LORIS" userId="fa4d75a3-5e48-4544-acad-017c364cc9a5" providerId="ADAL" clId="{B7C3D1B5-4B1D-4989-8F79-D935EB4B3DD4}" dt="2025-11-21T16:17:25.799" v="6405" actId="1035"/>
          <ac:picMkLst>
            <pc:docMk/>
            <pc:sldMk cId="3869741547" sldId="295"/>
            <ac:picMk id="66" creationId="{BA59F263-E7A3-2C37-CA3D-6E65593ADD3D}"/>
          </ac:picMkLst>
        </pc:picChg>
        <pc:picChg chg="mod">
          <ac:chgData name="FONSECA LORIS" userId="fa4d75a3-5e48-4544-acad-017c364cc9a5" providerId="ADAL" clId="{B7C3D1B5-4B1D-4989-8F79-D935EB4B3DD4}" dt="2025-11-21T16:17:43.666" v="6448" actId="1036"/>
          <ac:picMkLst>
            <pc:docMk/>
            <pc:sldMk cId="3869741547" sldId="295"/>
            <ac:picMk id="82" creationId="{0740117B-DDE4-2C85-6CC2-98FD7F9EACAF}"/>
          </ac:picMkLst>
        </pc:picChg>
        <pc:picChg chg="mod">
          <ac:chgData name="FONSECA LORIS" userId="fa4d75a3-5e48-4544-acad-017c364cc9a5" providerId="ADAL" clId="{B7C3D1B5-4B1D-4989-8F79-D935EB4B3DD4}" dt="2025-11-21T16:17:43.666" v="6448" actId="1036"/>
          <ac:picMkLst>
            <pc:docMk/>
            <pc:sldMk cId="3869741547" sldId="295"/>
            <ac:picMk id="83" creationId="{C91F8375-33E7-B713-1845-A728DCB50BA1}"/>
          </ac:picMkLst>
        </pc:picChg>
      </pc:sldChg>
      <pc:sldChg chg="add">
        <pc:chgData name="FONSECA LORIS" userId="fa4d75a3-5e48-4544-acad-017c364cc9a5" providerId="ADAL" clId="{B7C3D1B5-4B1D-4989-8F79-D935EB4B3DD4}" dt="2025-11-21T17:54:11.260" v="6695" actId="2890"/>
        <pc:sldMkLst>
          <pc:docMk/>
          <pc:sldMk cId="826307492" sldId="296"/>
        </pc:sldMkLst>
      </pc:sldChg>
      <pc:sldChg chg="add del">
        <pc:chgData name="FONSECA LORIS" userId="fa4d75a3-5e48-4544-acad-017c364cc9a5" providerId="ADAL" clId="{B7C3D1B5-4B1D-4989-8F79-D935EB4B3DD4}" dt="2025-11-21T16:09:57.181" v="6268" actId="47"/>
        <pc:sldMkLst>
          <pc:docMk/>
          <pc:sldMk cId="1756875654" sldId="29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G:\Shared%20drives\ENGR7029%20%20Team%2024\Finance%20Report%20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Net Revenue</c:v>
          </c:tx>
          <c:spPr>
            <a:solidFill>
              <a:srgbClr val="EDA92E"/>
            </a:solidFill>
            <a:ln>
              <a:noFill/>
            </a:ln>
            <a:effectLst/>
          </c:spPr>
          <c:invertIfNegative val="0"/>
          <c:cat>
            <c:strRef>
              <c:f>'Profit Loss'!$C$3:$H$3</c:f>
              <c:strCache>
                <c:ptCount val="6"/>
                <c:pt idx="0">
                  <c:v>Year 0</c:v>
                </c:pt>
                <c:pt idx="1">
                  <c:v>Year 1</c:v>
                </c:pt>
                <c:pt idx="2">
                  <c:v>Year 2</c:v>
                </c:pt>
                <c:pt idx="3">
                  <c:v>Year 3</c:v>
                </c:pt>
                <c:pt idx="4">
                  <c:v>Year 4</c:v>
                </c:pt>
                <c:pt idx="5">
                  <c:v>Year 5</c:v>
                </c:pt>
              </c:strCache>
            </c:strRef>
          </c:cat>
          <c:val>
            <c:numRef>
              <c:f>'Profit Loss'!$C$47:$H$47</c:f>
              <c:numCache>
                <c:formatCode>_-[$£-809]* #,##0.00_-;\-[$£-809]* #,##0.00_-;_-[$£-809]* "-"??_-;_-@_-</c:formatCode>
                <c:ptCount val="6"/>
                <c:pt idx="0">
                  <c:v>-79400</c:v>
                </c:pt>
                <c:pt idx="1">
                  <c:v>-97275</c:v>
                </c:pt>
                <c:pt idx="2">
                  <c:v>91536.9</c:v>
                </c:pt>
                <c:pt idx="3">
                  <c:v>484639.39999999997</c:v>
                </c:pt>
                <c:pt idx="4">
                  <c:v>1295197.6120999998</c:v>
                </c:pt>
                <c:pt idx="5">
                  <c:v>2821593.5409409995</c:v>
                </c:pt>
              </c:numCache>
            </c:numRef>
          </c:val>
          <c:extLst>
            <c:ext xmlns:c16="http://schemas.microsoft.com/office/drawing/2014/chart" uri="{C3380CC4-5D6E-409C-BE32-E72D297353CC}">
              <c16:uniqueId val="{00000000-6145-4C8C-A916-52A3CC6F859A}"/>
            </c:ext>
          </c:extLst>
        </c:ser>
        <c:dLbls>
          <c:showLegendKey val="0"/>
          <c:showVal val="0"/>
          <c:showCatName val="0"/>
          <c:showSerName val="0"/>
          <c:showPercent val="0"/>
          <c:showBubbleSize val="0"/>
        </c:dLbls>
        <c:gapWidth val="150"/>
        <c:axId val="2006510752"/>
        <c:axId val="2006509312"/>
      </c:barChart>
      <c:lineChart>
        <c:grouping val="standard"/>
        <c:varyColors val="0"/>
        <c:ser>
          <c:idx val="1"/>
          <c:order val="1"/>
          <c:tx>
            <c:v>Profit</c:v>
          </c:tx>
          <c:spPr>
            <a:ln w="50800" cap="rnd">
              <a:solidFill>
                <a:schemeClr val="tx1"/>
              </a:solidFill>
              <a:round/>
            </a:ln>
            <a:effectLst/>
          </c:spPr>
          <c:marker>
            <c:symbol val="none"/>
          </c:marker>
          <c:val>
            <c:numRef>
              <c:f>'Profit Loss'!$C$49:$H$49</c:f>
              <c:numCache>
                <c:formatCode>0%</c:formatCode>
                <c:ptCount val="6"/>
                <c:pt idx="0">
                  <c:v>-1</c:v>
                </c:pt>
                <c:pt idx="1">
                  <c:v>-0.44458409506398539</c:v>
                </c:pt>
                <c:pt idx="2">
                  <c:v>0.31073698146513679</c:v>
                </c:pt>
                <c:pt idx="3">
                  <c:v>1.4041312173604419</c:v>
                </c:pt>
                <c:pt idx="4">
                  <c:v>2.4887178835644304</c:v>
                </c:pt>
                <c:pt idx="5">
                  <c:v>4.6370569062100389</c:v>
                </c:pt>
              </c:numCache>
            </c:numRef>
          </c:val>
          <c:smooth val="0"/>
          <c:extLst>
            <c:ext xmlns:c16="http://schemas.microsoft.com/office/drawing/2014/chart" uri="{C3380CC4-5D6E-409C-BE32-E72D297353CC}">
              <c16:uniqueId val="{00000001-6145-4C8C-A916-52A3CC6F859A}"/>
            </c:ext>
          </c:extLst>
        </c:ser>
        <c:dLbls>
          <c:showLegendKey val="0"/>
          <c:showVal val="0"/>
          <c:showCatName val="0"/>
          <c:showSerName val="0"/>
          <c:showPercent val="0"/>
          <c:showBubbleSize val="0"/>
        </c:dLbls>
        <c:marker val="1"/>
        <c:smooth val="0"/>
        <c:axId val="1623893600"/>
        <c:axId val="1623452784"/>
      </c:lineChart>
      <c:catAx>
        <c:axId val="2006510752"/>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006509312"/>
        <c:crosses val="autoZero"/>
        <c:auto val="1"/>
        <c:lblAlgn val="ctr"/>
        <c:lblOffset val="100"/>
        <c:noMultiLvlLbl val="0"/>
      </c:catAx>
      <c:valAx>
        <c:axId val="2006509312"/>
        <c:scaling>
          <c:orientation val="minMax"/>
        </c:scaling>
        <c:delete val="0"/>
        <c:axPos val="l"/>
        <c:majorGridlines>
          <c:spPr>
            <a:ln w="9525" cap="flat" cmpd="sng" algn="ctr">
              <a:solidFill>
                <a:schemeClr val="tx1"/>
              </a:solidFill>
              <a:round/>
            </a:ln>
            <a:effectLst/>
          </c:spPr>
        </c:majorGridlines>
        <c:numFmt formatCode="[$£-809]#,##0.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006510752"/>
        <c:crosses val="autoZero"/>
        <c:crossBetween val="between"/>
        <c:dispUnits>
          <c:builtInUnit val="millions"/>
          <c:dispUnitsLbl>
            <c:layout>
              <c:manualLayout>
                <c:xMode val="edge"/>
                <c:yMode val="edge"/>
                <c:x val="2.6874583594523577E-2"/>
                <c:y val="8.346111545232747E-2"/>
              </c:manualLayout>
            </c:layout>
            <c:tx>
              <c:rich>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sz="1800" dirty="0">
                      <a:solidFill>
                        <a:schemeClr val="tx1"/>
                      </a:solidFill>
                    </a:rPr>
                    <a:t>Net Revenue in £ Millions</a:t>
                  </a:r>
                </a:p>
              </c:rich>
            </c:tx>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dispUnitsLbl>
        </c:dispUnits>
      </c:valAx>
      <c:valAx>
        <c:axId val="162345278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623893600"/>
        <c:crosses val="max"/>
        <c:crossBetween val="between"/>
      </c:valAx>
      <c:catAx>
        <c:axId val="1623893600"/>
        <c:scaling>
          <c:orientation val="minMax"/>
        </c:scaling>
        <c:delete val="1"/>
        <c:axPos val="b"/>
        <c:majorTickMark val="out"/>
        <c:minorTickMark val="none"/>
        <c:tickLblPos val="nextTo"/>
        <c:crossAx val="16234527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C66D2B"/>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EDA92E"/>
            </a:solidFill>
            <a:ln w="60325">
              <a:solidFill>
                <a:srgbClr val="C66D2B"/>
              </a:solidFill>
            </a:ln>
          </c:spPr>
          <c:explosion val="1"/>
          <c:dPt>
            <c:idx val="0"/>
            <c:bubble3D val="0"/>
            <c:spPr>
              <a:solidFill>
                <a:srgbClr val="EDA92E"/>
              </a:solidFill>
              <a:ln w="60325">
                <a:solidFill>
                  <a:srgbClr val="C66D2B"/>
                </a:solidFill>
              </a:ln>
              <a:effectLst/>
            </c:spPr>
            <c:extLst>
              <c:ext xmlns:c16="http://schemas.microsoft.com/office/drawing/2014/chart" uri="{C3380CC4-5D6E-409C-BE32-E72D297353CC}">
                <c16:uniqueId val="{00000001-666C-40C0-9A1D-BD9913281B3C}"/>
              </c:ext>
            </c:extLst>
          </c:dPt>
          <c:dPt>
            <c:idx val="1"/>
            <c:bubble3D val="0"/>
            <c:spPr>
              <a:solidFill>
                <a:srgbClr val="EDA92E"/>
              </a:solidFill>
              <a:ln w="60325">
                <a:solidFill>
                  <a:srgbClr val="C66D2B"/>
                </a:solidFill>
              </a:ln>
              <a:effectLst/>
            </c:spPr>
            <c:extLst>
              <c:ext xmlns:c16="http://schemas.microsoft.com/office/drawing/2014/chart" uri="{C3380CC4-5D6E-409C-BE32-E72D297353CC}">
                <c16:uniqueId val="{00000003-666C-40C0-9A1D-BD9913281B3C}"/>
              </c:ext>
            </c:extLst>
          </c:dPt>
          <c:dPt>
            <c:idx val="2"/>
            <c:bubble3D val="0"/>
            <c:spPr>
              <a:solidFill>
                <a:srgbClr val="EDA92E"/>
              </a:solidFill>
              <a:ln w="60325">
                <a:solidFill>
                  <a:srgbClr val="C66D2B"/>
                </a:solidFill>
              </a:ln>
              <a:effectLst/>
            </c:spPr>
            <c:extLst>
              <c:ext xmlns:c16="http://schemas.microsoft.com/office/drawing/2014/chart" uri="{C3380CC4-5D6E-409C-BE32-E72D297353CC}">
                <c16:uniqueId val="{00000005-666C-40C0-9A1D-BD9913281B3C}"/>
              </c:ext>
            </c:extLst>
          </c:dPt>
          <c:dPt>
            <c:idx val="3"/>
            <c:bubble3D val="0"/>
            <c:spPr>
              <a:solidFill>
                <a:srgbClr val="EDA92E"/>
              </a:solidFill>
              <a:ln w="60325">
                <a:solidFill>
                  <a:srgbClr val="C66D2B"/>
                </a:solidFill>
              </a:ln>
              <a:effectLst/>
            </c:spPr>
            <c:extLst>
              <c:ext xmlns:c16="http://schemas.microsoft.com/office/drawing/2014/chart" uri="{C3380CC4-5D6E-409C-BE32-E72D297353CC}">
                <c16:uniqueId val="{00000007-666C-40C0-9A1D-BD9913281B3C}"/>
              </c:ext>
            </c:extLst>
          </c:dPt>
          <c:dLbls>
            <c:delete val="1"/>
          </c:dLbls>
          <c:cat>
            <c:strRef>
              <c:f>Sheet1!$A$2:$A$5</c:f>
              <c:strCache>
                <c:ptCount val="4"/>
                <c:pt idx="0">
                  <c:v>1st Qtr</c:v>
                </c:pt>
                <c:pt idx="1">
                  <c:v>2nd Qtr</c:v>
                </c:pt>
                <c:pt idx="2">
                  <c:v>3rd Qtr</c:v>
                </c:pt>
                <c:pt idx="3">
                  <c:v>4th Qtr</c:v>
                </c:pt>
              </c:strCache>
            </c:strRef>
          </c:cat>
          <c:val>
            <c:numRef>
              <c:f>Sheet1!$B$2:$B$5</c:f>
              <c:numCache>
                <c:formatCode>General</c:formatCode>
                <c:ptCount val="4"/>
                <c:pt idx="0">
                  <c:v>77</c:v>
                </c:pt>
                <c:pt idx="1">
                  <c:v>13</c:v>
                </c:pt>
                <c:pt idx="2">
                  <c:v>5</c:v>
                </c:pt>
                <c:pt idx="3">
                  <c:v>5</c:v>
                </c:pt>
              </c:numCache>
            </c:numRef>
          </c:val>
          <c:extLst>
            <c:ext xmlns:c16="http://schemas.microsoft.com/office/drawing/2014/chart" uri="{C3380CC4-5D6E-409C-BE32-E72D297353CC}">
              <c16:uniqueId val="{00000000-9C67-419D-8872-4C27636F40B3}"/>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82253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1F8D-9C0E-1FDB-452B-51DC7ECB1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3379A-5880-743C-239E-41EBEC928DE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8A3333E1-7FE4-3ADA-1A65-AB93D4C41084}"/>
              </a:ext>
            </a:extLst>
          </p:cNvPr>
          <p:cNvSpPr>
            <a:spLocks noGrp="1"/>
          </p:cNvSpPr>
          <p:nvPr>
            <p:ph type="body" idx="1"/>
          </p:nvPr>
        </p:nvSpPr>
        <p:spPr/>
        <p:txBody>
          <a:bodyPr/>
          <a:lstStyle/>
          <a:p>
            <a:r>
              <a:rPr lang="en-US" dirty="0"/>
              <a:t>Good morning everyone,</a:t>
            </a:r>
            <a:br>
              <a:rPr lang="en-US" dirty="0"/>
            </a:br>
            <a:r>
              <a:rPr lang="en-US" dirty="0"/>
              <a:t>today we are presenting our vision to establish Zambia as Africa’s new motorsport hub. Our project aims to create a unique, accessible, and innovative motorsport experience that can attract both local and regional audiences.</a:t>
            </a:r>
          </a:p>
        </p:txBody>
      </p:sp>
    </p:spTree>
    <p:extLst>
      <p:ext uri="{BB962C8B-B14F-4D97-AF65-F5344CB8AC3E}">
        <p14:creationId xmlns:p14="http://schemas.microsoft.com/office/powerpoint/2010/main" val="3639071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6B3A6-B8C7-43E1-018B-80A750839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7555EC-E50E-1E82-B6F3-B7E357B2CAC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BC5A56E1-E45F-7C02-13B7-FF13F1D7101B}"/>
              </a:ext>
            </a:extLst>
          </p:cNvPr>
          <p:cNvSpPr>
            <a:spLocks noGrp="1"/>
          </p:cNvSpPr>
          <p:nvPr>
            <p:ph type="body" idx="1"/>
          </p:nvPr>
        </p:nvSpPr>
        <p:spPr/>
        <p:txBody>
          <a:bodyPr/>
          <a:lstStyle/>
          <a:p>
            <a:r>
              <a:rPr lang="en-US" b="0" dirty="0"/>
              <a:t>Our value proposition is structured around five key pillars.</a:t>
            </a:r>
            <a:br>
              <a:rPr lang="en-US" b="0" dirty="0"/>
            </a:br>
            <a:r>
              <a:rPr lang="en-US" b="0" dirty="0"/>
              <a:t>First, positioning Zambia as the motorsport hub of Africa, supported by modern infrastructure and events capable of attracting talent and enthusiasts from across the continent.</a:t>
            </a:r>
            <a:br>
              <a:rPr lang="en-US" b="0" dirty="0"/>
            </a:br>
            <a:r>
              <a:rPr lang="en-US" b="0" dirty="0"/>
              <a:t>Second, introducing a dual-format system combining the Hot Lap Challenge and a full Championship, providing a range of competitive experiences for different skill levels.</a:t>
            </a:r>
            <a:br>
              <a:rPr lang="en-US" b="0" dirty="0"/>
            </a:br>
            <a:r>
              <a:rPr lang="en-US" b="0" dirty="0"/>
              <a:t>Third, ensuring accessibility and inclusivity, opening the doors of motorsport not only to elites but also to young people and emerging enthusiasts.</a:t>
            </a:r>
            <a:br>
              <a:rPr lang="en-US" b="0" dirty="0"/>
            </a:br>
            <a:r>
              <a:rPr lang="en-US" b="0" dirty="0"/>
              <a:t>Fourth, promoting innovation and technology development through collaborations with local industries and universities.</a:t>
            </a:r>
            <a:br>
              <a:rPr lang="en-US" b="0" dirty="0"/>
            </a:br>
            <a:r>
              <a:rPr lang="en-US" b="0" dirty="0"/>
              <a:t>And finally, driving commercial and media growth, turning this project into a sustainable economic platform.</a:t>
            </a:r>
          </a:p>
        </p:txBody>
      </p:sp>
    </p:spTree>
    <p:extLst>
      <p:ext uri="{BB962C8B-B14F-4D97-AF65-F5344CB8AC3E}">
        <p14:creationId xmlns:p14="http://schemas.microsoft.com/office/powerpoint/2010/main" val="1479492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91D2-A30D-09FC-BACC-EF5815E06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6C3F7-D34E-0A33-57B2-AE7C225DE1CF}"/>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47ED8E8D-FDA8-FEF9-2C8D-F58294AB9C21}"/>
              </a:ext>
            </a:extLst>
          </p:cNvPr>
          <p:cNvSpPr>
            <a:spLocks noGrp="1"/>
          </p:cNvSpPr>
          <p:nvPr>
            <p:ph type="body" idx="1"/>
          </p:nvPr>
        </p:nvSpPr>
        <p:spPr/>
        <p:txBody>
          <a:bodyPr/>
          <a:lstStyle/>
          <a:p>
            <a:r>
              <a:rPr lang="en-US" dirty="0"/>
              <a:t>We carefully </a:t>
            </a:r>
            <a:r>
              <a:rPr lang="en-US" dirty="0" err="1"/>
              <a:t>analysed</a:t>
            </a:r>
            <a:r>
              <a:rPr lang="en-US" dirty="0"/>
              <a:t> the competitive landscape and identified two main types of alternatives: expensive foreign experiences that are inaccessible to many, and cheaper options that lack authenticity and technical value. Our project aims to position itself exactly between these extremes, authentic, high-quality, yet more affordable than international alternatives.</a:t>
            </a:r>
          </a:p>
        </p:txBody>
      </p:sp>
    </p:spTree>
    <p:extLst>
      <p:ext uri="{BB962C8B-B14F-4D97-AF65-F5344CB8AC3E}">
        <p14:creationId xmlns:p14="http://schemas.microsoft.com/office/powerpoint/2010/main" val="2092616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51B38-C5CB-768B-CA08-58053F3B6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6F4F2-1E16-AA33-ABCE-35CCFDFCC469}"/>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29D0BDDB-CF52-06DA-1FA7-098BD98374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0246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F887-B8F7-DFF4-657D-F0E998B1A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DE01F-3811-866A-5D5A-8D6A94D96A93}"/>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79E850F-CDFA-6FD0-7C1D-98046B2D2E86}"/>
              </a:ext>
            </a:extLst>
          </p:cNvPr>
          <p:cNvSpPr>
            <a:spLocks noGrp="1"/>
          </p:cNvSpPr>
          <p:nvPr>
            <p:ph type="body" idx="1"/>
          </p:nvPr>
        </p:nvSpPr>
        <p:spPr/>
        <p:txBody>
          <a:bodyPr/>
          <a:lstStyle/>
          <a:p>
            <a:r>
              <a:rPr lang="en-US" dirty="0"/>
              <a:t>The market potential is strong: our Total Addressable Market includes Zambia and </a:t>
            </a:r>
            <a:r>
              <a:rPr lang="en-US" dirty="0" err="1"/>
              <a:t>neighbouring</a:t>
            </a:r>
            <a:r>
              <a:rPr lang="en-US" dirty="0"/>
              <a:t> countries, while the adult middle-upper class forms our Serviceable Available Market, and motorsport enthusiasts represent our first core customers.</a:t>
            </a:r>
          </a:p>
        </p:txBody>
      </p:sp>
    </p:spTree>
    <p:extLst>
      <p:ext uri="{BB962C8B-B14F-4D97-AF65-F5344CB8AC3E}">
        <p14:creationId xmlns:p14="http://schemas.microsoft.com/office/powerpoint/2010/main" val="2129587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B49A-AEE5-6299-6955-2A8BC1561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DA99F-4B45-0A1F-E29E-3BFC777D69B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C671DD02-D1A2-A63C-3D55-F814864B695A}"/>
              </a:ext>
            </a:extLst>
          </p:cNvPr>
          <p:cNvSpPr>
            <a:spLocks noGrp="1"/>
          </p:cNvSpPr>
          <p:nvPr>
            <p:ph type="body" idx="1"/>
          </p:nvPr>
        </p:nvSpPr>
        <p:spPr/>
        <p:txBody>
          <a:bodyPr/>
          <a:lstStyle/>
          <a:p>
            <a:r>
              <a:rPr lang="en-US" dirty="0"/>
              <a:t>We have identified key partners: the government for regulatory and infrastructural support, local industries and universities for research and development, and sponsors to ensure long-term financial sustainability.</a:t>
            </a:r>
            <a:br>
              <a:rPr lang="en-US" dirty="0"/>
            </a:br>
            <a:r>
              <a:rPr lang="en-US" dirty="0"/>
              <a:t>To address risks such as accidents, lack of interest, community resistance, political challenges, and environmental concerns, we have outlined resilience strategies including insurance, marketing campaigns, community benefits, transparency, and low-emission approaches.</a:t>
            </a:r>
          </a:p>
        </p:txBody>
      </p:sp>
    </p:spTree>
    <p:extLst>
      <p:ext uri="{BB962C8B-B14F-4D97-AF65-F5344CB8AC3E}">
        <p14:creationId xmlns:p14="http://schemas.microsoft.com/office/powerpoint/2010/main" val="573828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8B11F-BC25-05CD-77B8-8E5F4977D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3E127-16EA-9346-FA0A-E07C35C5F6C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6F138B5D-07DC-0AE5-6AFF-B0A98F0A0EEF}"/>
              </a:ext>
            </a:extLst>
          </p:cNvPr>
          <p:cNvSpPr>
            <a:spLocks noGrp="1"/>
          </p:cNvSpPr>
          <p:nvPr>
            <p:ph type="body" idx="1"/>
          </p:nvPr>
        </p:nvSpPr>
        <p:spPr/>
        <p:txBody>
          <a:bodyPr/>
          <a:lstStyle/>
          <a:p>
            <a:r>
              <a:rPr lang="en-US" b="0" dirty="0"/>
              <a:t>We have also defined solid resilience strategies. The main risks we identified include accidents, lack of interest, community resistance, economic and political instability, and environmental concerns. To address these, we plan to implement insurance coverage, strong marketing campaigns, community-focused benefits, transparent management practices, and a low-emission strategy. This ensures that our project is safe, sustainable, and accountable.</a:t>
            </a:r>
          </a:p>
        </p:txBody>
      </p:sp>
    </p:spTree>
    <p:extLst>
      <p:ext uri="{BB962C8B-B14F-4D97-AF65-F5344CB8AC3E}">
        <p14:creationId xmlns:p14="http://schemas.microsoft.com/office/powerpoint/2010/main" val="300806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347F-50B7-82B4-A58F-DEA8BA661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37D0C-0AE2-457E-1BBA-490E5E188CF0}"/>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6E5120B-3E98-7E06-8BB9-8F1CA534A519}"/>
              </a:ext>
            </a:extLst>
          </p:cNvPr>
          <p:cNvSpPr>
            <a:spLocks noGrp="1"/>
          </p:cNvSpPr>
          <p:nvPr>
            <p:ph type="body" idx="1"/>
          </p:nvPr>
        </p:nvSpPr>
        <p:spPr/>
        <p:txBody>
          <a:bodyPr/>
          <a:lstStyle/>
          <a:p>
            <a:r>
              <a:rPr lang="en-US" dirty="0"/>
              <a:t>Our start-up plan follows five clear steps: securing government support, racetrack construction, car design and production, team recruitment and training, and a regionally targeted marketing campaign.</a:t>
            </a:r>
          </a:p>
        </p:txBody>
      </p:sp>
    </p:spTree>
    <p:extLst>
      <p:ext uri="{BB962C8B-B14F-4D97-AF65-F5344CB8AC3E}">
        <p14:creationId xmlns:p14="http://schemas.microsoft.com/office/powerpoint/2010/main" val="1891219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412DD-1FC7-C12C-905F-C6CB7443B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ADC20-E811-CCE8-023B-1E7FAA1D000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FD9A8EAF-EB1F-5AA5-5D12-D2BAF0CAD46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1747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5FCEA-BE75-F8E7-ED1C-442F9FA41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58F67-3FF7-8D0B-1705-16929196FFF2}"/>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3D2B3D92-BB49-B404-1B81-A82448DF0E13}"/>
              </a:ext>
            </a:extLst>
          </p:cNvPr>
          <p:cNvSpPr>
            <a:spLocks noGrp="1"/>
          </p:cNvSpPr>
          <p:nvPr>
            <p:ph type="body" idx="1"/>
          </p:nvPr>
        </p:nvSpPr>
        <p:spPr/>
        <p:txBody>
          <a:bodyPr/>
          <a:lstStyle/>
          <a:p>
            <a:r>
              <a:rPr lang="en-US" b="0" dirty="0"/>
              <a:t>From a financial perspective, we are seeking £8 million in investment.</a:t>
            </a:r>
            <a:br>
              <a:rPr lang="en-US" b="0" dirty="0"/>
            </a:br>
            <a:r>
              <a:rPr lang="en-US" b="0" dirty="0"/>
              <a:t>The allocation is as follows:</a:t>
            </a:r>
            <a:br>
              <a:rPr lang="en-US" b="0" dirty="0"/>
            </a:br>
            <a:r>
              <a:rPr lang="en-US" b="0" dirty="0"/>
              <a:t>– 87.7% for facilities and racetrack construction</a:t>
            </a:r>
            <a:br>
              <a:rPr lang="en-US" b="0" dirty="0"/>
            </a:br>
            <a:r>
              <a:rPr lang="en-US" b="0" dirty="0"/>
              <a:t>– 0.4% for marketing and communication</a:t>
            </a:r>
            <a:br>
              <a:rPr lang="en-US" b="0" dirty="0"/>
            </a:br>
            <a:r>
              <a:rPr lang="en-US" b="0" dirty="0"/>
              <a:t>– 11.3% for car design and production</a:t>
            </a:r>
            <a:br>
              <a:rPr lang="en-US" b="0" dirty="0"/>
            </a:br>
            <a:r>
              <a:rPr lang="en-US" b="0" dirty="0"/>
              <a:t>– 0.6% for human resources</a:t>
            </a:r>
            <a:br>
              <a:rPr lang="en-US" b="0" dirty="0"/>
            </a:br>
            <a:r>
              <a:rPr lang="en-US" b="0" dirty="0"/>
              <a:t>With this investment, we project a 5-year ROI of 3.06%, a conservative yet stable return considering the infrastructural nature of the project and its significant long-term potential.</a:t>
            </a:r>
          </a:p>
        </p:txBody>
      </p:sp>
    </p:spTree>
    <p:extLst>
      <p:ext uri="{BB962C8B-B14F-4D97-AF65-F5344CB8AC3E}">
        <p14:creationId xmlns:p14="http://schemas.microsoft.com/office/powerpoint/2010/main" val="4156625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AC9B7-8AC6-364B-7B46-A66F8CDBD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5CDD2-4D99-5AD9-C10B-0DF1EC9A0C6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2B9D9338-E734-E5EC-820C-DC36DB9439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9954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2674EE-6873-401A-9A81-85D8FA5171D8}" type="datetime1">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935752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53B2B6-5479-4BB0-BC55-BC3C022AC83B}" type="datetime1">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4246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6EFB8B-8F86-4EF0-AAE2-F933D588A6D6}" type="datetime1">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96704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8D33B5-DC89-491C-B600-FABC4BFDF12B}" type="datetime1">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529989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F66F10-B6FB-42F4-995F-E368833971AE}" type="datetime1">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465922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ED536F-C323-43DF-B930-A9F91F6D7120}" type="datetime1">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20988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0EAAF9-AA9B-4273-BA39-27380B8BB40D}" type="datetime1">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14377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D2381E7-FCE0-48E5-8A8F-9D0E0C8FA093}" type="datetime1">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076168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0524214-345B-45EA-AD98-0092941A8911}" type="datetime1">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26880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4E08D9-9BD5-4993-9CB5-7A79B5E5F707}" type="datetime1">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57644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68DFC1-D456-4FEF-A943-131DF6B7E97B}" type="datetime1">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315570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pic>
        <p:nvPicPr>
          <p:cNvPr id="6" name="Picture 5" descr="Brookes Logo">
            <a:extLst>
              <a:ext uri="{FF2B5EF4-FFF2-40B4-BE49-F238E27FC236}">
                <a16:creationId xmlns:a16="http://schemas.microsoft.com/office/drawing/2014/main" id="{59AFA010-0C14-4115-B434-BBCC561EC138}"/>
              </a:ext>
            </a:extLst>
          </p:cNvPr>
          <p:cNvPicPr>
            <a:picLocks noChangeAspect="1"/>
          </p:cNvPicPr>
          <p:nvPr userDrawn="1"/>
        </p:nvPicPr>
        <p:blipFill>
          <a:blip r:embed="rId2"/>
          <a:stretch>
            <a:fillRect/>
          </a:stretch>
        </p:blipFill>
        <p:spPr>
          <a:xfrm>
            <a:off x="7338632" y="183795"/>
            <a:ext cx="1619965" cy="644455"/>
          </a:xfrm>
          <a:prstGeom prst="rect">
            <a:avLst/>
          </a:prstGeom>
        </p:spPr>
      </p:pic>
      <p:sp>
        <p:nvSpPr>
          <p:cNvPr id="7" name="Google Shape;18;p3"/>
          <p:cNvSpPr txBox="1">
            <a:spLocks noGrp="1"/>
          </p:cNvSpPr>
          <p:nvPr>
            <p:ph type="ctrTitle"/>
          </p:nvPr>
        </p:nvSpPr>
        <p:spPr>
          <a:xfrm>
            <a:off x="210575" y="3836126"/>
            <a:ext cx="8520600" cy="6177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24A52"/>
              </a:buClr>
              <a:buSzPts val="3600"/>
              <a:buNone/>
              <a:defRPr sz="3600" b="1">
                <a:solidFill>
                  <a:srgbClr val="424A52"/>
                </a:solidFill>
              </a:defRPr>
            </a:lvl1pPr>
            <a:lvl2pPr lvl="1" rtl="0">
              <a:spcBef>
                <a:spcPts val="0"/>
              </a:spcBef>
              <a:spcAft>
                <a:spcPts val="0"/>
              </a:spcAft>
              <a:buClr>
                <a:srgbClr val="424A52"/>
              </a:buClr>
              <a:buSzPts val="3600"/>
              <a:buNone/>
              <a:defRPr sz="3600" b="1">
                <a:solidFill>
                  <a:srgbClr val="424A52"/>
                </a:solidFill>
              </a:defRPr>
            </a:lvl2pPr>
            <a:lvl3pPr lvl="2" rtl="0">
              <a:spcBef>
                <a:spcPts val="0"/>
              </a:spcBef>
              <a:spcAft>
                <a:spcPts val="0"/>
              </a:spcAft>
              <a:buClr>
                <a:srgbClr val="424A52"/>
              </a:buClr>
              <a:buSzPts val="3600"/>
              <a:buNone/>
              <a:defRPr sz="3600" b="1">
                <a:solidFill>
                  <a:srgbClr val="424A52"/>
                </a:solidFill>
              </a:defRPr>
            </a:lvl3pPr>
            <a:lvl4pPr lvl="3" rtl="0">
              <a:spcBef>
                <a:spcPts val="0"/>
              </a:spcBef>
              <a:spcAft>
                <a:spcPts val="0"/>
              </a:spcAft>
              <a:buClr>
                <a:srgbClr val="424A52"/>
              </a:buClr>
              <a:buSzPts val="3600"/>
              <a:buNone/>
              <a:defRPr sz="3600" b="1">
                <a:solidFill>
                  <a:srgbClr val="424A52"/>
                </a:solidFill>
              </a:defRPr>
            </a:lvl4pPr>
            <a:lvl5pPr lvl="4" rtl="0">
              <a:spcBef>
                <a:spcPts val="0"/>
              </a:spcBef>
              <a:spcAft>
                <a:spcPts val="0"/>
              </a:spcAft>
              <a:buClr>
                <a:srgbClr val="424A52"/>
              </a:buClr>
              <a:buSzPts val="3600"/>
              <a:buNone/>
              <a:defRPr sz="3600" b="1">
                <a:solidFill>
                  <a:srgbClr val="424A52"/>
                </a:solidFill>
              </a:defRPr>
            </a:lvl5pPr>
            <a:lvl6pPr lvl="5" rtl="0">
              <a:spcBef>
                <a:spcPts val="0"/>
              </a:spcBef>
              <a:spcAft>
                <a:spcPts val="0"/>
              </a:spcAft>
              <a:buClr>
                <a:srgbClr val="424A52"/>
              </a:buClr>
              <a:buSzPts val="3600"/>
              <a:buNone/>
              <a:defRPr sz="3600" b="1">
                <a:solidFill>
                  <a:srgbClr val="424A52"/>
                </a:solidFill>
              </a:defRPr>
            </a:lvl6pPr>
            <a:lvl7pPr lvl="6" rtl="0">
              <a:spcBef>
                <a:spcPts val="0"/>
              </a:spcBef>
              <a:spcAft>
                <a:spcPts val="0"/>
              </a:spcAft>
              <a:buClr>
                <a:srgbClr val="424A52"/>
              </a:buClr>
              <a:buSzPts val="3600"/>
              <a:buNone/>
              <a:defRPr sz="3600" b="1">
                <a:solidFill>
                  <a:srgbClr val="424A52"/>
                </a:solidFill>
              </a:defRPr>
            </a:lvl7pPr>
            <a:lvl8pPr lvl="7" rtl="0">
              <a:spcBef>
                <a:spcPts val="0"/>
              </a:spcBef>
              <a:spcAft>
                <a:spcPts val="0"/>
              </a:spcAft>
              <a:buClr>
                <a:srgbClr val="424A52"/>
              </a:buClr>
              <a:buSzPts val="3600"/>
              <a:buNone/>
              <a:defRPr sz="3600" b="1">
                <a:solidFill>
                  <a:srgbClr val="424A52"/>
                </a:solidFill>
              </a:defRPr>
            </a:lvl8pPr>
            <a:lvl9pPr lvl="8" rtl="0">
              <a:spcBef>
                <a:spcPts val="0"/>
              </a:spcBef>
              <a:spcAft>
                <a:spcPts val="0"/>
              </a:spcAft>
              <a:buClr>
                <a:srgbClr val="424A52"/>
              </a:buClr>
              <a:buSzPts val="3600"/>
              <a:buNone/>
              <a:defRPr sz="3600" b="1">
                <a:solidFill>
                  <a:srgbClr val="424A52"/>
                </a:solidFill>
              </a:defRPr>
            </a:lvl9pPr>
          </a:lstStyle>
          <a:p>
            <a:r>
              <a:rPr lang="en-US" dirty="0"/>
              <a:t>Click to edit Master title style</a:t>
            </a:r>
            <a:endParaRPr dirty="0"/>
          </a:p>
        </p:txBody>
      </p:sp>
      <p:sp>
        <p:nvSpPr>
          <p:cNvPr id="8" name="Google Shape;19;p3"/>
          <p:cNvSpPr txBox="1">
            <a:spLocks noGrp="1"/>
          </p:cNvSpPr>
          <p:nvPr>
            <p:ph type="subTitle" idx="1"/>
          </p:nvPr>
        </p:nvSpPr>
        <p:spPr>
          <a:xfrm>
            <a:off x="210575" y="4453938"/>
            <a:ext cx="8520600" cy="47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24A52"/>
              </a:buClr>
              <a:buSzPts val="2400"/>
              <a:buNone/>
              <a:defRPr sz="2400">
                <a:solidFill>
                  <a:srgbClr val="424A52"/>
                </a:solidFill>
              </a:defRPr>
            </a:lvl1pPr>
            <a:lvl2pPr lvl="1" rtl="0">
              <a:lnSpc>
                <a:spcPct val="100000"/>
              </a:lnSpc>
              <a:spcBef>
                <a:spcPts val="0"/>
              </a:spcBef>
              <a:spcAft>
                <a:spcPts val="0"/>
              </a:spcAft>
              <a:buClr>
                <a:srgbClr val="424A52"/>
              </a:buClr>
              <a:buSzPts val="2800"/>
              <a:buNone/>
              <a:defRPr sz="2800">
                <a:solidFill>
                  <a:srgbClr val="424A52"/>
                </a:solidFill>
              </a:defRPr>
            </a:lvl2pPr>
            <a:lvl3pPr lvl="2" rtl="0">
              <a:lnSpc>
                <a:spcPct val="100000"/>
              </a:lnSpc>
              <a:spcBef>
                <a:spcPts val="0"/>
              </a:spcBef>
              <a:spcAft>
                <a:spcPts val="0"/>
              </a:spcAft>
              <a:buClr>
                <a:srgbClr val="424A52"/>
              </a:buClr>
              <a:buSzPts val="2800"/>
              <a:buNone/>
              <a:defRPr sz="2800">
                <a:solidFill>
                  <a:srgbClr val="424A52"/>
                </a:solidFill>
              </a:defRPr>
            </a:lvl3pPr>
            <a:lvl4pPr lvl="3" rtl="0">
              <a:lnSpc>
                <a:spcPct val="100000"/>
              </a:lnSpc>
              <a:spcBef>
                <a:spcPts val="0"/>
              </a:spcBef>
              <a:spcAft>
                <a:spcPts val="0"/>
              </a:spcAft>
              <a:buClr>
                <a:srgbClr val="424A52"/>
              </a:buClr>
              <a:buSzPts val="2800"/>
              <a:buNone/>
              <a:defRPr sz="2800">
                <a:solidFill>
                  <a:srgbClr val="424A52"/>
                </a:solidFill>
              </a:defRPr>
            </a:lvl4pPr>
            <a:lvl5pPr lvl="4" rtl="0">
              <a:lnSpc>
                <a:spcPct val="100000"/>
              </a:lnSpc>
              <a:spcBef>
                <a:spcPts val="0"/>
              </a:spcBef>
              <a:spcAft>
                <a:spcPts val="0"/>
              </a:spcAft>
              <a:buClr>
                <a:srgbClr val="424A52"/>
              </a:buClr>
              <a:buSzPts val="2800"/>
              <a:buNone/>
              <a:defRPr sz="2800">
                <a:solidFill>
                  <a:srgbClr val="424A52"/>
                </a:solidFill>
              </a:defRPr>
            </a:lvl5pPr>
            <a:lvl6pPr lvl="5" rtl="0">
              <a:lnSpc>
                <a:spcPct val="100000"/>
              </a:lnSpc>
              <a:spcBef>
                <a:spcPts val="0"/>
              </a:spcBef>
              <a:spcAft>
                <a:spcPts val="0"/>
              </a:spcAft>
              <a:buClr>
                <a:srgbClr val="424A52"/>
              </a:buClr>
              <a:buSzPts val="2800"/>
              <a:buNone/>
              <a:defRPr sz="2800">
                <a:solidFill>
                  <a:srgbClr val="424A52"/>
                </a:solidFill>
              </a:defRPr>
            </a:lvl6pPr>
            <a:lvl7pPr lvl="6" rtl="0">
              <a:lnSpc>
                <a:spcPct val="100000"/>
              </a:lnSpc>
              <a:spcBef>
                <a:spcPts val="0"/>
              </a:spcBef>
              <a:spcAft>
                <a:spcPts val="0"/>
              </a:spcAft>
              <a:buClr>
                <a:srgbClr val="424A52"/>
              </a:buClr>
              <a:buSzPts val="2800"/>
              <a:buNone/>
              <a:defRPr sz="2800">
                <a:solidFill>
                  <a:srgbClr val="424A52"/>
                </a:solidFill>
              </a:defRPr>
            </a:lvl7pPr>
            <a:lvl8pPr lvl="7" rtl="0">
              <a:lnSpc>
                <a:spcPct val="100000"/>
              </a:lnSpc>
              <a:spcBef>
                <a:spcPts val="0"/>
              </a:spcBef>
              <a:spcAft>
                <a:spcPts val="0"/>
              </a:spcAft>
              <a:buClr>
                <a:srgbClr val="424A52"/>
              </a:buClr>
              <a:buSzPts val="2800"/>
              <a:buNone/>
              <a:defRPr sz="2800">
                <a:solidFill>
                  <a:srgbClr val="424A52"/>
                </a:solidFill>
              </a:defRPr>
            </a:lvl8pPr>
            <a:lvl9pPr lvl="8" rtl="0">
              <a:lnSpc>
                <a:spcPct val="100000"/>
              </a:lnSpc>
              <a:spcBef>
                <a:spcPts val="0"/>
              </a:spcBef>
              <a:spcAft>
                <a:spcPts val="0"/>
              </a:spcAft>
              <a:buClr>
                <a:srgbClr val="424A52"/>
              </a:buClr>
              <a:buSzPts val="2800"/>
              <a:buNone/>
              <a:defRPr sz="2800">
                <a:solidFill>
                  <a:srgbClr val="424A52"/>
                </a:solidFill>
              </a:defRPr>
            </a:lvl9pPr>
          </a:lstStyle>
          <a:p>
            <a:r>
              <a:rPr lang="en-US" dirty="0"/>
              <a:t>Click to edit Master subtitle style</a:t>
            </a:r>
            <a:endParaRPr dirty="0"/>
          </a:p>
        </p:txBody>
      </p:sp>
    </p:spTree>
    <p:extLst>
      <p:ext uri="{BB962C8B-B14F-4D97-AF65-F5344CB8AC3E}">
        <p14:creationId xmlns:p14="http://schemas.microsoft.com/office/powerpoint/2010/main" val="658067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11700" y="229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dirty="0"/>
              <a:t>Click to edit Master title style</a:t>
            </a:r>
            <a:endParaRPr dirty="0"/>
          </a:p>
        </p:txBody>
      </p:sp>
      <p:sp>
        <p:nvSpPr>
          <p:cNvPr id="21" name="Google Shape;21;p4"/>
          <p:cNvSpPr txBox="1">
            <a:spLocks noGrp="1"/>
          </p:cNvSpPr>
          <p:nvPr>
            <p:ph type="body" idx="1"/>
          </p:nvPr>
        </p:nvSpPr>
        <p:spPr>
          <a:xfrm>
            <a:off x="311700" y="1152475"/>
            <a:ext cx="8520600" cy="3626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dirty="0"/>
              <a:t>Edit Master text styles</a:t>
            </a: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6" name="Picture 5">
            <a:extLst>
              <a:ext uri="{FF2B5EF4-FFF2-40B4-BE49-F238E27FC236}">
                <a16:creationId xmlns:a16="http://schemas.microsoft.com/office/drawing/2014/main" id="{2ECB56BF-5A70-40A4-9D56-CA36549D82D5}"/>
              </a:ext>
            </a:extLst>
          </p:cNvPr>
          <p:cNvPicPr>
            <a:picLocks noChangeAspect="1"/>
          </p:cNvPicPr>
          <p:nvPr userDrawn="1"/>
        </p:nvPicPr>
        <p:blipFill>
          <a:blip r:embed="rId2"/>
          <a:stretch>
            <a:fillRect/>
          </a:stretch>
        </p:blipFill>
        <p:spPr>
          <a:xfrm>
            <a:off x="0" y="5072062"/>
            <a:ext cx="9144000" cy="71438"/>
          </a:xfrm>
          <a:prstGeom prst="rect">
            <a:avLst/>
          </a:prstGeom>
        </p:spPr>
      </p:pic>
    </p:spTree>
    <p:extLst>
      <p:ext uri="{BB962C8B-B14F-4D97-AF65-F5344CB8AC3E}">
        <p14:creationId xmlns:p14="http://schemas.microsoft.com/office/powerpoint/2010/main" val="102817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A104B929-3964-4DD3-9862-AD1E37A47E8F}" type="datetime1">
              <a:rPr lang="en-US" smtClean="0"/>
              <a:t>11/28/2025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13449077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8;p1">
            <a:extLst>
              <a:ext uri="{FF2B5EF4-FFF2-40B4-BE49-F238E27FC236}">
                <a16:creationId xmlns:a16="http://schemas.microsoft.com/office/drawing/2014/main" id="{0CCC80C9-1402-31BA-C7A4-AA903227E0D7}"/>
              </a:ext>
            </a:extLst>
          </p:cNvPr>
          <p:cNvSpPr txBox="1">
            <a:spLocks/>
          </p:cNvSpPr>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z="1400" smtClean="0"/>
              <a:pPr/>
              <a:t>1</a:t>
            </a:fld>
            <a:endParaRPr lang="en-GB" sz="1400" dirty="0"/>
          </a:p>
        </p:txBody>
      </p:sp>
      <p:sp>
        <p:nvSpPr>
          <p:cNvPr id="2" name="Title 1"/>
          <p:cNvSpPr>
            <a:spLocks noGrp="1"/>
          </p:cNvSpPr>
          <p:nvPr>
            <p:ph type="ctrTitle"/>
          </p:nvPr>
        </p:nvSpPr>
        <p:spPr>
          <a:xfrm>
            <a:off x="347857" y="193766"/>
            <a:ext cx="6708263" cy="513892"/>
          </a:xfrm>
        </p:spPr>
        <p:txBody>
          <a:bodyPr/>
          <a:lstStyle/>
          <a:p>
            <a:r>
              <a:rPr lang="en-GB" sz="2400" dirty="0">
                <a:solidFill>
                  <a:schemeClr val="tx1"/>
                </a:solidFill>
              </a:rPr>
              <a:t>Assessment cover</a:t>
            </a:r>
          </a:p>
        </p:txBody>
      </p:sp>
      <p:sp>
        <p:nvSpPr>
          <p:cNvPr id="3" name="Subtitle 2"/>
          <p:cNvSpPr>
            <a:spLocks noGrp="1"/>
          </p:cNvSpPr>
          <p:nvPr>
            <p:ph type="subTitle" idx="1"/>
          </p:nvPr>
        </p:nvSpPr>
        <p:spPr>
          <a:xfrm>
            <a:off x="210575" y="566598"/>
            <a:ext cx="6845545" cy="475200"/>
          </a:xfrm>
        </p:spPr>
        <p:txBody>
          <a:bodyPr/>
          <a:lstStyle/>
          <a:p>
            <a:r>
              <a:rPr lang="en-GB" sz="1800" dirty="0">
                <a:solidFill>
                  <a:schemeClr val="tx1"/>
                </a:solidFill>
              </a:rPr>
              <a:t>ENGR7009 Engineering Business Management</a:t>
            </a:r>
          </a:p>
        </p:txBody>
      </p:sp>
      <p:sp>
        <p:nvSpPr>
          <p:cNvPr id="4" name="Subtitle 2"/>
          <p:cNvSpPr txBox="1">
            <a:spLocks/>
          </p:cNvSpPr>
          <p:nvPr/>
        </p:nvSpPr>
        <p:spPr>
          <a:xfrm>
            <a:off x="187715" y="952298"/>
            <a:ext cx="8520600" cy="47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rgbClr val="424A52"/>
              </a:buClr>
              <a:buSzPts val="2400"/>
              <a:buFont typeface="Arial"/>
              <a:buNone/>
              <a:defRPr sz="2400" b="0" i="0" u="none" strike="noStrike" cap="none">
                <a:solidFill>
                  <a:srgbClr val="424A52"/>
                </a:solidFill>
                <a:latin typeface="Arial"/>
                <a:ea typeface="Arial"/>
                <a:cs typeface="Arial"/>
                <a:sym typeface="Arial"/>
              </a:defRPr>
            </a:lvl1pPr>
            <a:lvl2pPr marL="914400" marR="0" lvl="1"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2pPr>
            <a:lvl3pPr marL="1371600" marR="0" lvl="2"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3pPr>
            <a:lvl4pPr marL="1828800" marR="0" lvl="3"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4pPr>
            <a:lvl5pPr marL="2286000" marR="0" lvl="4"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5pPr>
            <a:lvl6pPr marL="2743200" marR="0" lvl="5"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6pPr>
            <a:lvl7pPr marL="3200400" marR="0" lvl="6"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7pPr>
            <a:lvl8pPr marL="3657600" marR="0" lvl="7"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8pPr>
            <a:lvl9pPr marL="4114800" marR="0" lvl="8"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9pPr>
          </a:lstStyle>
          <a:p>
            <a:r>
              <a:rPr lang="en-GB" sz="1800" dirty="0">
                <a:solidFill>
                  <a:schemeClr val="tx1"/>
                </a:solidFill>
              </a:rPr>
              <a:t>CW1 Part1 Business pitch</a:t>
            </a:r>
          </a:p>
        </p:txBody>
      </p:sp>
      <p:sp>
        <p:nvSpPr>
          <p:cNvPr id="5" name="Subtitle 2"/>
          <p:cNvSpPr txBox="1">
            <a:spLocks/>
          </p:cNvSpPr>
          <p:nvPr/>
        </p:nvSpPr>
        <p:spPr>
          <a:xfrm>
            <a:off x="195335" y="1419586"/>
            <a:ext cx="8520600" cy="17092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00000"/>
              </a:lnSpc>
              <a:spcBef>
                <a:spcPts val="0"/>
              </a:spcBef>
              <a:spcAft>
                <a:spcPts val="0"/>
              </a:spcAft>
              <a:buClr>
                <a:srgbClr val="424A52"/>
              </a:buClr>
              <a:buSzPts val="2400"/>
              <a:buFont typeface="Arial"/>
              <a:buNone/>
              <a:defRPr sz="2400" b="0" i="0" u="none" strike="noStrike" cap="none">
                <a:solidFill>
                  <a:srgbClr val="424A52"/>
                </a:solidFill>
                <a:latin typeface="Arial"/>
                <a:ea typeface="Arial"/>
                <a:cs typeface="Arial"/>
                <a:sym typeface="Arial"/>
              </a:defRPr>
            </a:lvl1pPr>
            <a:lvl2pPr marL="914400" marR="0" lvl="1"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2pPr>
            <a:lvl3pPr marL="1371600" marR="0" lvl="2"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3pPr>
            <a:lvl4pPr marL="1828800" marR="0" lvl="3"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4pPr>
            <a:lvl5pPr marL="2286000" marR="0" lvl="4"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5pPr>
            <a:lvl6pPr marL="2743200" marR="0" lvl="5"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6pPr>
            <a:lvl7pPr marL="3200400" marR="0" lvl="6"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7pPr>
            <a:lvl8pPr marL="3657600" marR="0" lvl="7"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8pPr>
            <a:lvl9pPr marL="4114800" marR="0" lvl="8" indent="-317500" algn="l" rtl="0" eaLnBrk="1" hangingPunct="1">
              <a:lnSpc>
                <a:spcPct val="100000"/>
              </a:lnSpc>
              <a:spcBef>
                <a:spcPts val="0"/>
              </a:spcBef>
              <a:spcAft>
                <a:spcPts val="0"/>
              </a:spcAft>
              <a:buClr>
                <a:srgbClr val="424A52"/>
              </a:buClr>
              <a:buSzPts val="2800"/>
              <a:buFont typeface="Arial"/>
              <a:buNone/>
              <a:defRPr sz="2800" b="0" i="0" u="none" strike="noStrike" cap="none">
                <a:solidFill>
                  <a:srgbClr val="424A52"/>
                </a:solidFill>
                <a:latin typeface="Arial"/>
                <a:ea typeface="Arial"/>
                <a:cs typeface="Arial"/>
                <a:sym typeface="Arial"/>
              </a:defRPr>
            </a:lvl9pPr>
          </a:lstStyle>
          <a:p>
            <a:r>
              <a:rPr lang="en-GB" sz="1600" dirty="0">
                <a:solidFill>
                  <a:schemeClr val="tx1"/>
                </a:solidFill>
              </a:rPr>
              <a:t>Due	Week   2	by 23:59 Friday 03-Oct-2025		(Draft)		</a:t>
            </a:r>
          </a:p>
          <a:p>
            <a:r>
              <a:rPr lang="en-GB" sz="1600" dirty="0">
                <a:solidFill>
                  <a:schemeClr val="tx1"/>
                </a:solidFill>
              </a:rPr>
              <a:t>		Week   4	by 23:59 Friday 17-Oct-2025		(Draft)</a:t>
            </a:r>
          </a:p>
          <a:p>
            <a:r>
              <a:rPr lang="en-GB" sz="1600" dirty="0">
                <a:solidFill>
                  <a:schemeClr val="tx1"/>
                </a:solidFill>
              </a:rPr>
              <a:t>		Week   6	by 23:59 Friday 31-Oct-2025		(Draft)</a:t>
            </a:r>
          </a:p>
          <a:p>
            <a:r>
              <a:rPr lang="en-GB" sz="1600" dirty="0">
                <a:solidFill>
                  <a:schemeClr val="tx1"/>
                </a:solidFill>
              </a:rPr>
              <a:t>		Week   8	by 23:59 Friday 14-Nov-2025		(Draft)</a:t>
            </a:r>
          </a:p>
          <a:p>
            <a:r>
              <a:rPr lang="en-GB" sz="1600" dirty="0">
                <a:solidFill>
                  <a:schemeClr val="tx1"/>
                </a:solidFill>
              </a:rPr>
              <a:t>		Week 10	by 23:59 Friday 28-Nov-2025		(Draft)</a:t>
            </a:r>
          </a:p>
          <a:p>
            <a:r>
              <a:rPr lang="en-GB" sz="1600" dirty="0">
                <a:solidFill>
                  <a:schemeClr val="tx1"/>
                </a:solidFill>
              </a:rPr>
              <a:t>		</a:t>
            </a:r>
            <a:r>
              <a:rPr lang="en-GB" sz="1600" b="1" dirty="0">
                <a:solidFill>
                  <a:schemeClr val="tx1"/>
                </a:solidFill>
              </a:rPr>
              <a:t>Week 11	by 13:00 Thursday 04-Dec-2025	(Ready for Investors Court) </a:t>
            </a:r>
            <a:endParaRPr lang="en-GB" sz="1800" b="1" dirty="0">
              <a:solidFill>
                <a:schemeClr val="tx1"/>
              </a:solidFill>
            </a:endParaRPr>
          </a:p>
          <a:p>
            <a:endParaRPr lang="en-GB" sz="1800" dirty="0">
              <a:solidFill>
                <a:schemeClr val="tx1"/>
              </a:solidFill>
            </a:endParaRPr>
          </a:p>
          <a:p>
            <a:endParaRPr lang="en-GB" sz="1800" dirty="0"/>
          </a:p>
          <a:p>
            <a:endParaRPr lang="en-GB" sz="1800" dirty="0"/>
          </a:p>
          <a:p>
            <a:r>
              <a:rPr lang="en-GB" sz="1800" dirty="0"/>
              <a:t>          </a:t>
            </a:r>
          </a:p>
        </p:txBody>
      </p:sp>
      <p:graphicFrame>
        <p:nvGraphicFramePr>
          <p:cNvPr id="7" name="Table 6"/>
          <p:cNvGraphicFramePr>
            <a:graphicFrameLocks noGrp="1"/>
          </p:cNvGraphicFramePr>
          <p:nvPr>
            <p:extLst>
              <p:ext uri="{D42A27DB-BD31-4B8C-83A1-F6EECF244321}">
                <p14:modId xmlns:p14="http://schemas.microsoft.com/office/powerpoint/2010/main" val="3878461629"/>
              </p:ext>
            </p:extLst>
          </p:nvPr>
        </p:nvGraphicFramePr>
        <p:xfrm>
          <a:off x="347857" y="3318333"/>
          <a:ext cx="8383318" cy="639503"/>
        </p:xfrm>
        <a:graphic>
          <a:graphicData uri="http://schemas.openxmlformats.org/drawingml/2006/table">
            <a:tbl>
              <a:tblPr bandRow="1">
                <a:tableStyleId>{7E9639D4-E3E2-4D34-9284-5A2195B3D0D7}</a:tableStyleId>
              </a:tblPr>
              <a:tblGrid>
                <a:gridCol w="8383318">
                  <a:extLst>
                    <a:ext uri="{9D8B030D-6E8A-4147-A177-3AD203B41FA5}">
                      <a16:colId xmlns:a16="http://schemas.microsoft.com/office/drawing/2014/main" val="242736714"/>
                    </a:ext>
                  </a:extLst>
                </a:gridCol>
              </a:tblGrid>
              <a:tr h="228023">
                <a:tc>
                  <a:txBody>
                    <a:bodyPr/>
                    <a:lstStyle/>
                    <a:p>
                      <a:pPr>
                        <a:spcAft>
                          <a:spcPts val="0"/>
                        </a:spcAft>
                      </a:pPr>
                      <a:r>
                        <a:rPr lang="en-GB" sz="1100" dirty="0">
                          <a:solidFill>
                            <a:schemeClr val="tx1"/>
                          </a:solidFill>
                          <a:effectLst/>
                        </a:rPr>
                        <a:t>On successful completion of this assignment, students will be able to achieve the following learning outcomes (LOs):</a:t>
                      </a:r>
                      <a:endParaRPr lang="en-GB" sz="12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40911787"/>
                  </a:ext>
                </a:extLst>
              </a:tr>
              <a:tr h="38602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cap="none" dirty="0">
                          <a:solidFill>
                            <a:schemeClr val="tx1"/>
                          </a:solidFill>
                          <a:effectLst/>
                          <a:latin typeface="+mn-lt"/>
                          <a:ea typeface="+mn-ea"/>
                          <a:cs typeface="+mn-cs"/>
                          <a:sym typeface="Arial"/>
                        </a:rPr>
                        <a:t>LO 3: Propose and present a reasoned plan for an organisation seeking to gain funding in industry for a range of business cases, quantifying strategic gains and identifying the returns to the investor</a:t>
                      </a:r>
                    </a:p>
                    <a:p>
                      <a:pPr>
                        <a:spcAft>
                          <a:spcPts val="0"/>
                        </a:spcAft>
                      </a:pPr>
                      <a:r>
                        <a:rPr lang="en-GB" sz="900" dirty="0">
                          <a:solidFill>
                            <a:schemeClr val="tx1"/>
                          </a:solidFill>
                          <a:effectLst/>
                        </a:rPr>
                        <a:t> </a:t>
                      </a:r>
                      <a:endParaRPr lang="en-GB" sz="9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17911006"/>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349912857"/>
              </p:ext>
            </p:extLst>
          </p:nvPr>
        </p:nvGraphicFramePr>
        <p:xfrm>
          <a:off x="347857" y="4157213"/>
          <a:ext cx="8383318" cy="495331"/>
        </p:xfrm>
        <a:graphic>
          <a:graphicData uri="http://schemas.openxmlformats.org/drawingml/2006/table">
            <a:tbl>
              <a:tblPr>
                <a:tableStyleId>{616DA210-FB5B-4158-B5E0-FEB733F419BA}</a:tableStyleId>
              </a:tblPr>
              <a:tblGrid>
                <a:gridCol w="669529">
                  <a:extLst>
                    <a:ext uri="{9D8B030D-6E8A-4147-A177-3AD203B41FA5}">
                      <a16:colId xmlns:a16="http://schemas.microsoft.com/office/drawing/2014/main" val="2116673930"/>
                    </a:ext>
                  </a:extLst>
                </a:gridCol>
                <a:gridCol w="7713789">
                  <a:extLst>
                    <a:ext uri="{9D8B030D-6E8A-4147-A177-3AD203B41FA5}">
                      <a16:colId xmlns:a16="http://schemas.microsoft.com/office/drawing/2014/main" val="366504994"/>
                    </a:ext>
                  </a:extLst>
                </a:gridCol>
              </a:tblGrid>
              <a:tr h="221011">
                <a:tc gridSpan="2">
                  <a:txBody>
                    <a:bodyPr/>
                    <a:lstStyle/>
                    <a:p>
                      <a:pPr>
                        <a:spcAft>
                          <a:spcPts val="0"/>
                        </a:spcAft>
                      </a:pPr>
                      <a:r>
                        <a:rPr lang="en-GB" sz="1100" dirty="0">
                          <a:solidFill>
                            <a:schemeClr val="tx1"/>
                          </a:solidFill>
                          <a:effectLst/>
                        </a:rPr>
                        <a:t>Engineering Council AHEP4 LOs assessed</a:t>
                      </a:r>
                      <a:endParaRPr lang="en-GB" sz="1200" b="1" dirty="0">
                        <a:solidFill>
                          <a:schemeClr val="tx1"/>
                        </a:solidFill>
                        <a:effectLst/>
                      </a:endParaRPr>
                    </a:p>
                  </a:txBody>
                  <a:tcPr marL="68580" marR="68580" marT="0" marB="0"/>
                </a:tc>
                <a:tc hMerge="1">
                  <a:txBody>
                    <a:bodyPr/>
                    <a:lstStyle/>
                    <a:p>
                      <a:endParaRPr lang="en-GB"/>
                    </a:p>
                  </a:txBody>
                  <a:tcPr/>
                </a:tc>
                <a:extLst>
                  <a:ext uri="{0D108BD9-81ED-4DB2-BD59-A6C34878D82A}">
                    <a16:rowId xmlns:a16="http://schemas.microsoft.com/office/drawing/2014/main" val="2895524426"/>
                  </a:ext>
                </a:extLst>
              </a:tr>
              <a:tr h="180340">
                <a:tc>
                  <a:txBody>
                    <a:bodyPr/>
                    <a:lstStyle/>
                    <a:p>
                      <a:pPr>
                        <a:spcAft>
                          <a:spcPts val="0"/>
                        </a:spcAft>
                      </a:pPr>
                      <a:r>
                        <a:rPr lang="en-GB" sz="900" b="0" i="0" u="none" strike="noStrike" cap="none" dirty="0">
                          <a:solidFill>
                            <a:schemeClr val="tx1"/>
                          </a:solidFill>
                          <a:effectLst/>
                          <a:latin typeface="+mn-lt"/>
                          <a:ea typeface="+mn-ea"/>
                          <a:cs typeface="+mn-cs"/>
                          <a:sym typeface="Arial"/>
                        </a:rPr>
                        <a:t>M17</a:t>
                      </a:r>
                      <a:endParaRPr lang="en-GB" sz="9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tab pos="2743200" algn="ctr"/>
                          <a:tab pos="5486400" algn="r"/>
                        </a:tabLst>
                        <a:defRPr/>
                      </a:pPr>
                      <a:r>
                        <a:rPr lang="en-GB" sz="900" b="0" i="0" u="none" strike="noStrike" cap="none" dirty="0">
                          <a:solidFill>
                            <a:schemeClr val="tx1"/>
                          </a:solidFill>
                          <a:effectLst/>
                          <a:latin typeface="+mn-lt"/>
                          <a:ea typeface="+mn-ea"/>
                          <a:cs typeface="+mn-cs"/>
                          <a:sym typeface="Arial"/>
                        </a:rPr>
                        <a:t>Communicate effectively on complex engineering matters with technical and non-technical audiences, evaluating the effectiveness of the methods used</a:t>
                      </a:r>
                    </a:p>
                    <a:p>
                      <a:pPr>
                        <a:spcAft>
                          <a:spcPts val="0"/>
                        </a:spcAft>
                        <a:tabLst>
                          <a:tab pos="2743200" algn="ctr"/>
                          <a:tab pos="5486400" algn="r"/>
                        </a:tabLst>
                      </a:pPr>
                      <a:endParaRPr lang="en-GB" sz="9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7775338"/>
                  </a:ext>
                </a:extLst>
              </a:tr>
            </a:tbl>
          </a:graphicData>
        </a:graphic>
      </p:graphicFrame>
    </p:spTree>
    <p:extLst>
      <p:ext uri="{BB962C8B-B14F-4D97-AF65-F5344CB8AC3E}">
        <p14:creationId xmlns:p14="http://schemas.microsoft.com/office/powerpoint/2010/main" val="3386183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C178-1E44-523B-DFFD-468AFA40A1CF}"/>
              </a:ext>
            </a:extLst>
          </p:cNvPr>
          <p:cNvSpPr>
            <a:spLocks noGrp="1"/>
          </p:cNvSpPr>
          <p:nvPr>
            <p:ph type="title"/>
          </p:nvPr>
        </p:nvSpPr>
        <p:spPr/>
        <p:txBody>
          <a:bodyPr/>
          <a:lstStyle/>
          <a:p>
            <a:r>
              <a:rPr lang="en-GB" dirty="0">
                <a:solidFill>
                  <a:schemeClr val="tx1"/>
                </a:solidFill>
              </a:rPr>
              <a:t>Group 24 Status update </a:t>
            </a:r>
          </a:p>
        </p:txBody>
      </p:sp>
      <p:sp>
        <p:nvSpPr>
          <p:cNvPr id="8" name="Google Shape;8;p1">
            <a:extLst>
              <a:ext uri="{FF2B5EF4-FFF2-40B4-BE49-F238E27FC236}">
                <a16:creationId xmlns:a16="http://schemas.microsoft.com/office/drawing/2014/main" id="{423DA33F-B821-F2AC-728B-4C94CA622021}"/>
              </a:ext>
            </a:extLst>
          </p:cNvPr>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sz="1400"/>
              <a:t>2</a:t>
            </a:fld>
            <a:endParaRPr sz="1400" dirty="0"/>
          </a:p>
        </p:txBody>
      </p:sp>
      <p:sp>
        <p:nvSpPr>
          <p:cNvPr id="4" name="Text Placeholder 2">
            <a:extLst>
              <a:ext uri="{FF2B5EF4-FFF2-40B4-BE49-F238E27FC236}">
                <a16:creationId xmlns:a16="http://schemas.microsoft.com/office/drawing/2014/main" id="{5C6B5F04-946B-3526-C46B-AB9E7ADA6652}"/>
              </a:ext>
            </a:extLst>
          </p:cNvPr>
          <p:cNvSpPr txBox="1">
            <a:spLocks/>
          </p:cNvSpPr>
          <p:nvPr/>
        </p:nvSpPr>
        <p:spPr>
          <a:xfrm>
            <a:off x="5565913" y="207865"/>
            <a:ext cx="3342956" cy="690631"/>
          </a:xfrm>
          <a:prstGeom prst="rect">
            <a:avLst/>
          </a:prstGeom>
          <a:solidFill>
            <a:schemeClr val="accent6">
              <a:alpha val="30000"/>
            </a:schemeClr>
          </a:solidFill>
          <a:ln w="25400">
            <a:solidFill>
              <a:schemeClr val="accent6"/>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GB" sz="1400" dirty="0"/>
              <a:t>Update happy factors and comments for each draft submission</a:t>
            </a:r>
          </a:p>
        </p:txBody>
      </p:sp>
      <p:graphicFrame>
        <p:nvGraphicFramePr>
          <p:cNvPr id="5" name="Table 4">
            <a:extLst>
              <a:ext uri="{FF2B5EF4-FFF2-40B4-BE49-F238E27FC236}">
                <a16:creationId xmlns:a16="http://schemas.microsoft.com/office/drawing/2014/main" id="{4044B40F-DEE1-C7DC-D026-520C94C1E7F0}"/>
              </a:ext>
            </a:extLst>
          </p:cNvPr>
          <p:cNvGraphicFramePr>
            <a:graphicFrameLocks noGrp="1"/>
          </p:cNvGraphicFramePr>
          <p:nvPr>
            <p:extLst>
              <p:ext uri="{D42A27DB-BD31-4B8C-83A1-F6EECF244321}">
                <p14:modId xmlns:p14="http://schemas.microsoft.com/office/powerpoint/2010/main" val="911322680"/>
              </p:ext>
            </p:extLst>
          </p:nvPr>
        </p:nvGraphicFramePr>
        <p:xfrm>
          <a:off x="444617" y="1088390"/>
          <a:ext cx="3280094" cy="2966720"/>
        </p:xfrm>
        <a:graphic>
          <a:graphicData uri="http://schemas.openxmlformats.org/drawingml/2006/table">
            <a:tbl>
              <a:tblPr firstRow="1" bandRow="1">
                <a:tableStyleId>{5940675A-B579-460E-94D1-54222C63F5DA}</a:tableStyleId>
              </a:tblPr>
              <a:tblGrid>
                <a:gridCol w="2302226">
                  <a:extLst>
                    <a:ext uri="{9D8B030D-6E8A-4147-A177-3AD203B41FA5}">
                      <a16:colId xmlns:a16="http://schemas.microsoft.com/office/drawing/2014/main" val="2591979690"/>
                    </a:ext>
                  </a:extLst>
                </a:gridCol>
                <a:gridCol w="977868">
                  <a:extLst>
                    <a:ext uri="{9D8B030D-6E8A-4147-A177-3AD203B41FA5}">
                      <a16:colId xmlns:a16="http://schemas.microsoft.com/office/drawing/2014/main" val="184128044"/>
                    </a:ext>
                  </a:extLst>
                </a:gridCol>
              </a:tblGrid>
              <a:tr h="370840">
                <a:tc>
                  <a:txBody>
                    <a:bodyPr/>
                    <a:lstStyle/>
                    <a:p>
                      <a:pPr algn="ctr"/>
                      <a:r>
                        <a:rPr lang="en-GB" b="1" dirty="0"/>
                        <a:t>Check</a:t>
                      </a:r>
                    </a:p>
                  </a:txBody>
                  <a:tcPr/>
                </a:tc>
                <a:tc>
                  <a:txBody>
                    <a:bodyPr/>
                    <a:lstStyle/>
                    <a:p>
                      <a:pPr algn="ctr"/>
                      <a:r>
                        <a:rPr lang="en-GB" b="1" dirty="0"/>
                        <a:t>Happy</a:t>
                      </a:r>
                    </a:p>
                  </a:txBody>
                  <a:tcPr/>
                </a:tc>
                <a:extLst>
                  <a:ext uri="{0D108BD9-81ED-4DB2-BD59-A6C34878D82A}">
                    <a16:rowId xmlns:a16="http://schemas.microsoft.com/office/drawing/2014/main" val="290291882"/>
                  </a:ext>
                </a:extLst>
              </a:tr>
              <a:tr h="370840">
                <a:tc>
                  <a:txBody>
                    <a:bodyPr/>
                    <a:lstStyle/>
                    <a:p>
                      <a:r>
                        <a:rPr lang="en-GB" dirty="0"/>
                        <a:t>Value proposition</a:t>
                      </a:r>
                    </a:p>
                  </a:txBody>
                  <a:tcPr/>
                </a:tc>
                <a:tc>
                  <a:txBody>
                    <a:bodyPr/>
                    <a:lstStyle/>
                    <a:p>
                      <a:pPr algn="ctr"/>
                      <a:r>
                        <a:rPr lang="en-GB" dirty="0"/>
                        <a:t>100%</a:t>
                      </a:r>
                    </a:p>
                  </a:txBody>
                  <a:tcPr/>
                </a:tc>
                <a:extLst>
                  <a:ext uri="{0D108BD9-81ED-4DB2-BD59-A6C34878D82A}">
                    <a16:rowId xmlns:a16="http://schemas.microsoft.com/office/drawing/2014/main" val="4055080562"/>
                  </a:ext>
                </a:extLst>
              </a:tr>
              <a:tr h="370840">
                <a:tc>
                  <a:txBody>
                    <a:bodyPr/>
                    <a:lstStyle/>
                    <a:p>
                      <a:r>
                        <a:rPr lang="en-GB" dirty="0"/>
                        <a:t>Customer Segments</a:t>
                      </a:r>
                    </a:p>
                  </a:txBody>
                  <a:tcPr/>
                </a:tc>
                <a:tc>
                  <a:txBody>
                    <a:bodyPr/>
                    <a:lstStyle/>
                    <a:p>
                      <a:pPr algn="ctr"/>
                      <a:r>
                        <a:rPr lang="en-GB" dirty="0"/>
                        <a:t>100%</a:t>
                      </a:r>
                    </a:p>
                  </a:txBody>
                  <a:tcPr/>
                </a:tc>
                <a:extLst>
                  <a:ext uri="{0D108BD9-81ED-4DB2-BD59-A6C34878D82A}">
                    <a16:rowId xmlns:a16="http://schemas.microsoft.com/office/drawing/2014/main" val="382996500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Partnerships</a:t>
                      </a:r>
                    </a:p>
                  </a:txBody>
                  <a:tcPr/>
                </a:tc>
                <a:tc>
                  <a:txBody>
                    <a:bodyPr/>
                    <a:lstStyle/>
                    <a:p>
                      <a:pPr algn="ctr"/>
                      <a:r>
                        <a:rPr lang="en-GB" dirty="0"/>
                        <a:t>100%</a:t>
                      </a:r>
                    </a:p>
                  </a:txBody>
                  <a:tcPr/>
                </a:tc>
                <a:extLst>
                  <a:ext uri="{0D108BD9-81ED-4DB2-BD59-A6C34878D82A}">
                    <a16:rowId xmlns:a16="http://schemas.microsoft.com/office/drawing/2014/main" val="204934230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Resilience strategies</a:t>
                      </a:r>
                    </a:p>
                  </a:txBody>
                  <a:tcPr/>
                </a:tc>
                <a:tc>
                  <a:txBody>
                    <a:bodyPr/>
                    <a:lstStyle/>
                    <a:p>
                      <a:pPr algn="ctr"/>
                      <a:r>
                        <a:rPr lang="en-GB" dirty="0"/>
                        <a:t>100%</a:t>
                      </a:r>
                    </a:p>
                  </a:txBody>
                  <a:tcPr/>
                </a:tc>
                <a:extLst>
                  <a:ext uri="{0D108BD9-81ED-4DB2-BD59-A6C34878D82A}">
                    <a16:rowId xmlns:a16="http://schemas.microsoft.com/office/drawing/2014/main" val="3939531838"/>
                  </a:ext>
                </a:extLst>
              </a:tr>
              <a:tr h="370840">
                <a:tc>
                  <a:txBody>
                    <a:bodyPr/>
                    <a:lstStyle/>
                    <a:p>
                      <a:r>
                        <a:rPr lang="en-GB" dirty="0"/>
                        <a:t>Start-up steps</a:t>
                      </a:r>
                    </a:p>
                  </a:txBody>
                  <a:tcPr/>
                </a:tc>
                <a:tc>
                  <a:txBody>
                    <a:bodyPr/>
                    <a:lstStyle/>
                    <a:p>
                      <a:pPr algn="ctr"/>
                      <a:r>
                        <a:rPr lang="en-GB" dirty="0"/>
                        <a:t>100%</a:t>
                      </a:r>
                    </a:p>
                  </a:txBody>
                  <a:tcPr/>
                </a:tc>
                <a:extLst>
                  <a:ext uri="{0D108BD9-81ED-4DB2-BD59-A6C34878D82A}">
                    <a16:rowId xmlns:a16="http://schemas.microsoft.com/office/drawing/2014/main" val="350681303"/>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Finance / Investment Ask</a:t>
                      </a:r>
                    </a:p>
                  </a:txBody>
                  <a:tcPr/>
                </a:tc>
                <a:tc>
                  <a:txBody>
                    <a:bodyPr/>
                    <a:lstStyle/>
                    <a:p>
                      <a:pPr algn="ctr"/>
                      <a:r>
                        <a:rPr lang="en-GB" dirty="0"/>
                        <a:t>100%</a:t>
                      </a:r>
                    </a:p>
                  </a:txBody>
                  <a:tcPr/>
                </a:tc>
                <a:extLst>
                  <a:ext uri="{0D108BD9-81ED-4DB2-BD59-A6C34878D82A}">
                    <a16:rowId xmlns:a16="http://schemas.microsoft.com/office/drawing/2014/main" val="2496004461"/>
                  </a:ext>
                </a:extLst>
              </a:tr>
              <a:tr h="370840">
                <a:tc>
                  <a:txBody>
                    <a:bodyPr/>
                    <a:lstStyle/>
                    <a:p>
                      <a:r>
                        <a:rPr lang="en-GB" dirty="0"/>
                        <a:t>Teamworking</a:t>
                      </a:r>
                    </a:p>
                  </a:txBody>
                  <a:tcPr/>
                </a:tc>
                <a:tc>
                  <a:txBody>
                    <a:bodyPr/>
                    <a:lstStyle/>
                    <a:p>
                      <a:pPr algn="ctr"/>
                      <a:r>
                        <a:rPr lang="en-GB" dirty="0"/>
                        <a:t>80%</a:t>
                      </a:r>
                    </a:p>
                  </a:txBody>
                  <a:tcPr/>
                </a:tc>
                <a:extLst>
                  <a:ext uri="{0D108BD9-81ED-4DB2-BD59-A6C34878D82A}">
                    <a16:rowId xmlns:a16="http://schemas.microsoft.com/office/drawing/2014/main" val="4033399180"/>
                  </a:ext>
                </a:extLst>
              </a:tr>
            </a:tbl>
          </a:graphicData>
        </a:graphic>
      </p:graphicFrame>
      <p:graphicFrame>
        <p:nvGraphicFramePr>
          <p:cNvPr id="3" name="Table 2">
            <a:extLst>
              <a:ext uri="{FF2B5EF4-FFF2-40B4-BE49-F238E27FC236}">
                <a16:creationId xmlns:a16="http://schemas.microsoft.com/office/drawing/2014/main" id="{150BAA34-A974-CD7B-05E9-4F00BFEF0255}"/>
              </a:ext>
            </a:extLst>
          </p:cNvPr>
          <p:cNvGraphicFramePr>
            <a:graphicFrameLocks noGrp="1"/>
          </p:cNvGraphicFramePr>
          <p:nvPr>
            <p:extLst>
              <p:ext uri="{D42A27DB-BD31-4B8C-83A1-F6EECF244321}">
                <p14:modId xmlns:p14="http://schemas.microsoft.com/office/powerpoint/2010/main" val="2720249313"/>
              </p:ext>
            </p:extLst>
          </p:nvPr>
        </p:nvGraphicFramePr>
        <p:xfrm>
          <a:off x="3983603" y="1088388"/>
          <a:ext cx="4925266" cy="3632757"/>
        </p:xfrm>
        <a:graphic>
          <a:graphicData uri="http://schemas.openxmlformats.org/drawingml/2006/table">
            <a:tbl>
              <a:tblPr firstRow="1" bandRow="1">
                <a:tableStyleId>{5940675A-B579-460E-94D1-54222C63F5DA}</a:tableStyleId>
              </a:tblPr>
              <a:tblGrid>
                <a:gridCol w="4925266">
                  <a:extLst>
                    <a:ext uri="{9D8B030D-6E8A-4147-A177-3AD203B41FA5}">
                      <a16:colId xmlns:a16="http://schemas.microsoft.com/office/drawing/2014/main" val="2313490770"/>
                    </a:ext>
                  </a:extLst>
                </a:gridCol>
              </a:tblGrid>
              <a:tr h="366701">
                <a:tc>
                  <a:txBody>
                    <a:bodyPr/>
                    <a:lstStyle/>
                    <a:p>
                      <a:pPr marL="285750" indent="-285750">
                        <a:buFont typeface="Arial" panose="020B0604020202020204" pitchFamily="34" charset="0"/>
                        <a:buChar char="•"/>
                      </a:pPr>
                      <a:r>
                        <a:rPr lang="en-GB" b="1" dirty="0"/>
                        <a:t>Comments </a:t>
                      </a:r>
                      <a:r>
                        <a:rPr lang="en-GB" b="0" dirty="0"/>
                        <a:t>(additions, changes, issues, next steps …)</a:t>
                      </a:r>
                    </a:p>
                  </a:txBody>
                  <a:tcPr/>
                </a:tc>
                <a:extLst>
                  <a:ext uri="{0D108BD9-81ED-4DB2-BD59-A6C34878D82A}">
                    <a16:rowId xmlns:a16="http://schemas.microsoft.com/office/drawing/2014/main" val="1044156743"/>
                  </a:ext>
                </a:extLst>
              </a:tr>
              <a:tr h="3266056">
                <a:tc>
                  <a:txBody>
                    <a:bodyPr/>
                    <a:lstStyle/>
                    <a:p>
                      <a:pPr marL="285750" indent="-285750">
                        <a:buFont typeface="Arial" panose="020B0604020202020204" pitchFamily="34" charset="0"/>
                        <a:buChar char="•"/>
                      </a:pPr>
                      <a:endParaRPr lang="it-IT" dirty="0"/>
                    </a:p>
                  </a:txBody>
                  <a:tcPr/>
                </a:tc>
                <a:extLst>
                  <a:ext uri="{0D108BD9-81ED-4DB2-BD59-A6C34878D82A}">
                    <a16:rowId xmlns:a16="http://schemas.microsoft.com/office/drawing/2014/main" val="1252558258"/>
                  </a:ext>
                </a:extLst>
              </a:tr>
            </a:tbl>
          </a:graphicData>
        </a:graphic>
      </p:graphicFrame>
    </p:spTree>
    <p:extLst>
      <p:ext uri="{BB962C8B-B14F-4D97-AF65-F5344CB8AC3E}">
        <p14:creationId xmlns:p14="http://schemas.microsoft.com/office/powerpoint/2010/main" val="305431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8;p1">
            <a:extLst>
              <a:ext uri="{FF2B5EF4-FFF2-40B4-BE49-F238E27FC236}">
                <a16:creationId xmlns:a16="http://schemas.microsoft.com/office/drawing/2014/main" id="{80907B4D-5FA0-B933-CE80-0CA32B176EE6}"/>
              </a:ext>
            </a:extLst>
          </p:cNvPr>
          <p:cNvSpPr txBox="1">
            <a:spLocks/>
          </p:cNvSpPr>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z="1400" smtClean="0"/>
              <a:pPr/>
              <a:t>3</a:t>
            </a:fld>
            <a:endParaRPr lang="en-GB" sz="1400" dirty="0"/>
          </a:p>
        </p:txBody>
      </p:sp>
      <p:sp>
        <p:nvSpPr>
          <p:cNvPr id="4" name="Title 3"/>
          <p:cNvSpPr>
            <a:spLocks noGrp="1"/>
          </p:cNvSpPr>
          <p:nvPr>
            <p:ph type="ctrTitle"/>
          </p:nvPr>
        </p:nvSpPr>
        <p:spPr>
          <a:xfrm>
            <a:off x="210575" y="1210810"/>
            <a:ext cx="3368871" cy="705454"/>
          </a:xfrm>
        </p:spPr>
        <p:txBody>
          <a:bodyPr anchor="t"/>
          <a:lstStyle/>
          <a:p>
            <a:r>
              <a:rPr lang="en-GB" sz="3200" dirty="0">
                <a:solidFill>
                  <a:schemeClr val="tx1"/>
                </a:solidFill>
              </a:rPr>
              <a:t>Savanna Speed</a:t>
            </a:r>
          </a:p>
        </p:txBody>
      </p:sp>
      <p:sp>
        <p:nvSpPr>
          <p:cNvPr id="5" name="Subtitle 4"/>
          <p:cNvSpPr>
            <a:spLocks noGrp="1"/>
          </p:cNvSpPr>
          <p:nvPr>
            <p:ph type="subTitle" idx="1"/>
          </p:nvPr>
        </p:nvSpPr>
        <p:spPr>
          <a:xfrm>
            <a:off x="416073" y="2043485"/>
            <a:ext cx="2538868" cy="2705247"/>
          </a:xfrm>
        </p:spPr>
        <p:txBody>
          <a:bodyPr/>
          <a:lstStyle/>
          <a:p>
            <a:r>
              <a:rPr lang="en-GB" sz="2000" b="1" dirty="0">
                <a:solidFill>
                  <a:schemeClr val="tx1"/>
                </a:solidFill>
              </a:rPr>
              <a:t>Group members: </a:t>
            </a:r>
          </a:p>
          <a:p>
            <a:r>
              <a:rPr lang="en-GB" sz="2000" dirty="0">
                <a:solidFill>
                  <a:schemeClr val="tx1"/>
                </a:solidFill>
              </a:rPr>
              <a:t>	19387524</a:t>
            </a:r>
          </a:p>
          <a:p>
            <a:r>
              <a:rPr lang="en-GB" sz="2000" dirty="0">
                <a:solidFill>
                  <a:schemeClr val="tx1"/>
                </a:solidFill>
              </a:rPr>
              <a:t>	19326900</a:t>
            </a:r>
          </a:p>
          <a:p>
            <a:r>
              <a:rPr lang="en-GB" sz="2000" dirty="0">
                <a:solidFill>
                  <a:schemeClr val="tx1"/>
                </a:solidFill>
              </a:rPr>
              <a:t>	19380363</a:t>
            </a:r>
          </a:p>
          <a:p>
            <a:r>
              <a:rPr lang="en-GB" sz="2000" dirty="0">
                <a:solidFill>
                  <a:schemeClr val="tx1"/>
                </a:solidFill>
              </a:rPr>
              <a:t>	19367407</a:t>
            </a:r>
          </a:p>
        </p:txBody>
      </p:sp>
      <p:sp>
        <p:nvSpPr>
          <p:cNvPr id="7" name="Title 3"/>
          <p:cNvSpPr txBox="1">
            <a:spLocks/>
          </p:cNvSpPr>
          <p:nvPr/>
        </p:nvSpPr>
        <p:spPr>
          <a:xfrm>
            <a:off x="207327" y="9882"/>
            <a:ext cx="3231442" cy="120993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1pPr>
            <a:lvl2pPr marR="0" lvl="1"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2pPr>
            <a:lvl3pPr marR="0" lvl="2"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3pPr>
            <a:lvl4pPr marR="0" lvl="3"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4pPr>
            <a:lvl5pPr marR="0" lvl="4"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5pPr>
            <a:lvl6pPr marR="0" lvl="5"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6pPr>
            <a:lvl7pPr marR="0" lvl="6"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7pPr>
            <a:lvl8pPr marR="0" lvl="7"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8pPr>
            <a:lvl9pPr marR="0" lvl="8" algn="l" rtl="0" eaLnBrk="1" hangingPunct="1">
              <a:lnSpc>
                <a:spcPct val="100000"/>
              </a:lnSpc>
              <a:spcBef>
                <a:spcPts val="0"/>
              </a:spcBef>
              <a:spcAft>
                <a:spcPts val="0"/>
              </a:spcAft>
              <a:buClr>
                <a:srgbClr val="424A52"/>
              </a:buClr>
              <a:buSzPts val="3600"/>
              <a:buFont typeface="Arial"/>
              <a:buNone/>
              <a:defRPr sz="3600" b="1" i="0" u="none" strike="noStrike" cap="none">
                <a:solidFill>
                  <a:srgbClr val="424A52"/>
                </a:solidFill>
                <a:latin typeface="Arial"/>
                <a:ea typeface="Arial"/>
                <a:cs typeface="Arial"/>
                <a:sym typeface="Arial"/>
              </a:defRPr>
            </a:lvl9pPr>
          </a:lstStyle>
          <a:p>
            <a:r>
              <a:rPr lang="en-GB" sz="3200" dirty="0">
                <a:solidFill>
                  <a:schemeClr val="tx1"/>
                </a:solidFill>
              </a:rPr>
              <a:t>Business pitch</a:t>
            </a:r>
          </a:p>
          <a:p>
            <a:r>
              <a:rPr lang="en-GB" sz="3200" dirty="0">
                <a:solidFill>
                  <a:schemeClr val="tx1"/>
                </a:solidFill>
              </a:rPr>
              <a:t>Group: 24</a:t>
            </a:r>
          </a:p>
        </p:txBody>
      </p:sp>
      <p:pic>
        <p:nvPicPr>
          <p:cNvPr id="13" name="Picture 12" descr="A car with a tree on top&#10;&#10;AI-generated content may be incorrect.">
            <a:extLst>
              <a:ext uri="{FF2B5EF4-FFF2-40B4-BE49-F238E27FC236}">
                <a16:creationId xmlns:a16="http://schemas.microsoft.com/office/drawing/2014/main" id="{BD777D34-94E4-C83B-EF6C-B24E95D18ACB}"/>
              </a:ext>
            </a:extLst>
          </p:cNvPr>
          <p:cNvPicPr>
            <a:picLocks noChangeAspect="1"/>
          </p:cNvPicPr>
          <p:nvPr/>
        </p:nvPicPr>
        <p:blipFill>
          <a:blip r:embed="rId3"/>
          <a:stretch>
            <a:fillRect/>
          </a:stretch>
        </p:blipFill>
        <p:spPr>
          <a:xfrm>
            <a:off x="4572000" y="1563537"/>
            <a:ext cx="2999385" cy="2878938"/>
          </a:xfrm>
          <a:prstGeom prst="rect">
            <a:avLst/>
          </a:prstGeom>
        </p:spPr>
      </p:pic>
    </p:spTree>
    <p:extLst>
      <p:ext uri="{BB962C8B-B14F-4D97-AF65-F5344CB8AC3E}">
        <p14:creationId xmlns:p14="http://schemas.microsoft.com/office/powerpoint/2010/main" val="129680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56A2A"/>
        </a:solidFill>
        <a:effectLst/>
      </p:bgPr>
    </p:bg>
    <p:spTree>
      <p:nvGrpSpPr>
        <p:cNvPr id="1" name="">
          <a:extLst>
            <a:ext uri="{FF2B5EF4-FFF2-40B4-BE49-F238E27FC236}">
              <a16:creationId xmlns:a16="http://schemas.microsoft.com/office/drawing/2014/main" id="{76726919-72B7-2B2D-B86C-28B626F43401}"/>
            </a:ext>
          </a:extLst>
        </p:cNvPr>
        <p:cNvGrpSpPr/>
        <p:nvPr/>
      </p:nvGrpSpPr>
      <p:grpSpPr>
        <a:xfrm>
          <a:off x="0" y="0"/>
          <a:ext cx="0" cy="0"/>
          <a:chOff x="0" y="0"/>
          <a:chExt cx="0" cy="0"/>
        </a:xfrm>
      </p:grpSpPr>
      <p:pic>
        <p:nvPicPr>
          <p:cNvPr id="4" name="Picture 3" descr="A car with a tree on top&#10;&#10;AI-generated content may be incorrect.">
            <a:extLst>
              <a:ext uri="{FF2B5EF4-FFF2-40B4-BE49-F238E27FC236}">
                <a16:creationId xmlns:a16="http://schemas.microsoft.com/office/drawing/2014/main" id="{60BE3BA9-8C6D-1B41-58F3-3B7D6635480D}"/>
              </a:ext>
            </a:extLst>
          </p:cNvPr>
          <p:cNvPicPr>
            <a:picLocks noChangeAspect="1"/>
          </p:cNvPicPr>
          <p:nvPr/>
        </p:nvPicPr>
        <p:blipFill>
          <a:blip r:embed="rId3"/>
          <a:stretch>
            <a:fillRect/>
          </a:stretch>
        </p:blipFill>
        <p:spPr>
          <a:xfrm>
            <a:off x="2261367" y="202774"/>
            <a:ext cx="4621265" cy="4435688"/>
          </a:xfrm>
          <a:prstGeom prst="rect">
            <a:avLst/>
          </a:prstGeom>
        </p:spPr>
      </p:pic>
    </p:spTree>
    <p:extLst>
      <p:ext uri="{BB962C8B-B14F-4D97-AF65-F5344CB8AC3E}">
        <p14:creationId xmlns:p14="http://schemas.microsoft.com/office/powerpoint/2010/main" val="386974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2FD1510E-2F78-718D-5A89-CC594E3BA57A}"/>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F8F79C65-A67B-8CEB-4417-7648833E0E0C}"/>
              </a:ext>
            </a:extLst>
          </p:cNvPr>
          <p:cNvSpPr>
            <a:spLocks noGrp="1"/>
          </p:cNvSpPr>
          <p:nvPr>
            <p:ph type="title"/>
          </p:nvPr>
        </p:nvSpPr>
        <p:spPr>
          <a:xfrm>
            <a:off x="431625" y="125501"/>
            <a:ext cx="7886700" cy="994172"/>
          </a:xfrm>
        </p:spPr>
        <p:txBody>
          <a:bodyPr/>
          <a:lstStyle/>
          <a:p>
            <a:r>
              <a:rPr lang="it-IT" b="1" dirty="0"/>
              <a:t>VALUE  PROPOSITION</a:t>
            </a:r>
            <a:endParaRPr lang="en-US" b="1" dirty="0"/>
          </a:p>
        </p:txBody>
      </p:sp>
      <p:pic>
        <p:nvPicPr>
          <p:cNvPr id="9" name="Picture 8" descr="A black and white image of a tree&#10;&#10;AI-generated content may be incorrect.">
            <a:extLst>
              <a:ext uri="{FF2B5EF4-FFF2-40B4-BE49-F238E27FC236}">
                <a16:creationId xmlns:a16="http://schemas.microsoft.com/office/drawing/2014/main" id="{45A77121-9415-BE42-A331-41D133DB64D3}"/>
              </a:ext>
            </a:extLst>
          </p:cNvPr>
          <p:cNvPicPr>
            <a:picLocks noChangeAspect="1"/>
          </p:cNvPicPr>
          <p:nvPr/>
        </p:nvPicPr>
        <p:blipFill>
          <a:blip r:embed="rId3"/>
          <a:srcRect l="34807" t="17344" r="33048" b="16025"/>
          <a:stretch>
            <a:fillRect/>
          </a:stretch>
        </p:blipFill>
        <p:spPr>
          <a:xfrm>
            <a:off x="711826" y="1545921"/>
            <a:ext cx="3428722" cy="3222119"/>
          </a:xfrm>
          <a:prstGeom prst="rect">
            <a:avLst/>
          </a:prstGeom>
        </p:spPr>
      </p:pic>
      <p:grpSp>
        <p:nvGrpSpPr>
          <p:cNvPr id="8" name="Group 7">
            <a:extLst>
              <a:ext uri="{FF2B5EF4-FFF2-40B4-BE49-F238E27FC236}">
                <a16:creationId xmlns:a16="http://schemas.microsoft.com/office/drawing/2014/main" id="{D00FC19A-028C-40CD-F17E-7AF3153240FD}"/>
              </a:ext>
            </a:extLst>
          </p:cNvPr>
          <p:cNvGrpSpPr/>
          <p:nvPr/>
        </p:nvGrpSpPr>
        <p:grpSpPr>
          <a:xfrm>
            <a:off x="1664990" y="1108314"/>
            <a:ext cx="6171776" cy="656752"/>
            <a:chOff x="1664990" y="1108314"/>
            <a:chExt cx="6171776" cy="656752"/>
          </a:xfrm>
        </p:grpSpPr>
        <p:sp>
          <p:nvSpPr>
            <p:cNvPr id="57" name="Oval 56">
              <a:extLst>
                <a:ext uri="{FF2B5EF4-FFF2-40B4-BE49-F238E27FC236}">
                  <a16:creationId xmlns:a16="http://schemas.microsoft.com/office/drawing/2014/main" id="{4D3447AC-910F-90D8-1438-1DBC9DE2CF52}"/>
                </a:ext>
              </a:extLst>
            </p:cNvPr>
            <p:cNvSpPr/>
            <p:nvPr/>
          </p:nvSpPr>
          <p:spPr>
            <a:xfrm>
              <a:off x="4750707" y="1306873"/>
              <a:ext cx="342654" cy="328374"/>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c 57" descr="Africa with solid fill">
              <a:extLst>
                <a:ext uri="{FF2B5EF4-FFF2-40B4-BE49-F238E27FC236}">
                  <a16:creationId xmlns:a16="http://schemas.microsoft.com/office/drawing/2014/main" id="{357D0C52-9B96-1E7B-D5D9-EFD734963C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8839" y="1357865"/>
              <a:ext cx="226391" cy="226391"/>
            </a:xfrm>
            <a:prstGeom prst="rect">
              <a:avLst/>
            </a:prstGeom>
          </p:spPr>
        </p:pic>
        <p:sp>
          <p:nvSpPr>
            <p:cNvPr id="35" name="Oval 34">
              <a:extLst>
                <a:ext uri="{FF2B5EF4-FFF2-40B4-BE49-F238E27FC236}">
                  <a16:creationId xmlns:a16="http://schemas.microsoft.com/office/drawing/2014/main" id="{C14D56B5-BB43-FEE2-96B6-B4B47C0D200A}"/>
                </a:ext>
              </a:extLst>
            </p:cNvPr>
            <p:cNvSpPr/>
            <p:nvPr/>
          </p:nvSpPr>
          <p:spPr>
            <a:xfrm>
              <a:off x="1664990" y="1108314"/>
              <a:ext cx="666856" cy="65675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Africa with solid fill">
              <a:extLst>
                <a:ext uri="{FF2B5EF4-FFF2-40B4-BE49-F238E27FC236}">
                  <a16:creationId xmlns:a16="http://schemas.microsoft.com/office/drawing/2014/main" id="{838E01C8-7C44-71E8-95D9-B616E8B836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63029" y="1201301"/>
              <a:ext cx="470777" cy="470777"/>
            </a:xfrm>
            <a:prstGeom prst="rect">
              <a:avLst/>
            </a:prstGeom>
          </p:spPr>
        </p:pic>
        <p:sp>
          <p:nvSpPr>
            <p:cNvPr id="2" name="TextBox 1">
              <a:extLst>
                <a:ext uri="{FF2B5EF4-FFF2-40B4-BE49-F238E27FC236}">
                  <a16:creationId xmlns:a16="http://schemas.microsoft.com/office/drawing/2014/main" id="{0FF153F5-0321-D73D-BCEB-131E6760A6CE}"/>
                </a:ext>
              </a:extLst>
            </p:cNvPr>
            <p:cNvSpPr txBox="1"/>
            <p:nvPr/>
          </p:nvSpPr>
          <p:spPr>
            <a:xfrm>
              <a:off x="5237721" y="1307257"/>
              <a:ext cx="2599045" cy="276999"/>
            </a:xfrm>
            <a:prstGeom prst="rect">
              <a:avLst/>
            </a:prstGeom>
            <a:noFill/>
          </p:spPr>
          <p:txBody>
            <a:bodyPr wrap="none" rtlCol="0">
              <a:spAutoFit/>
            </a:bodyPr>
            <a:lstStyle/>
            <a:p>
              <a:r>
                <a:rPr lang="pt-BR" sz="1200" b="1" dirty="0" err="1">
                  <a:latin typeface="Abadi" panose="020B0604020104020204" pitchFamily="34" charset="0"/>
                  <a:ea typeface="Cambria" panose="02040503050406030204" pitchFamily="18" charset="0"/>
                  <a:cs typeface="Calibri" panose="020F0502020204030204" pitchFamily="34" charset="0"/>
                </a:rPr>
                <a:t>Zambia</a:t>
              </a:r>
              <a:r>
                <a:rPr lang="pt-BR" sz="1200" b="1" dirty="0">
                  <a:latin typeface="Abadi" panose="020B0604020104020204" pitchFamily="34" charset="0"/>
                  <a:ea typeface="Cambria" panose="02040503050406030204" pitchFamily="18" charset="0"/>
                  <a:cs typeface="Calibri" panose="020F0502020204030204" pitchFamily="34" charset="0"/>
                </a:rPr>
                <a:t> as </a:t>
              </a:r>
              <a:r>
                <a:rPr lang="pt-BR" sz="1200" b="1" dirty="0" err="1">
                  <a:latin typeface="Abadi" panose="020B0604020104020204" pitchFamily="34" charset="0"/>
                  <a:ea typeface="Cambria" panose="02040503050406030204" pitchFamily="18" charset="0"/>
                  <a:cs typeface="Calibri" panose="020F0502020204030204" pitchFamily="34" charset="0"/>
                </a:rPr>
                <a:t>Africa’s</a:t>
              </a:r>
              <a:r>
                <a:rPr lang="pt-BR" sz="1200" b="1" dirty="0">
                  <a:latin typeface="Abadi" panose="020B0604020104020204" pitchFamily="34" charset="0"/>
                  <a:ea typeface="Cambria" panose="02040503050406030204" pitchFamily="18" charset="0"/>
                  <a:cs typeface="Calibri" panose="020F0502020204030204" pitchFamily="34" charset="0"/>
                </a:rPr>
                <a:t> Motorsport Hub</a:t>
              </a:r>
            </a:p>
          </p:txBody>
        </p:sp>
      </p:grpSp>
      <p:grpSp>
        <p:nvGrpSpPr>
          <p:cNvPr id="10" name="Group 9">
            <a:extLst>
              <a:ext uri="{FF2B5EF4-FFF2-40B4-BE49-F238E27FC236}">
                <a16:creationId xmlns:a16="http://schemas.microsoft.com/office/drawing/2014/main" id="{D9C4C8A3-806B-8FEF-163D-42E26C92DB08}"/>
              </a:ext>
            </a:extLst>
          </p:cNvPr>
          <p:cNvGrpSpPr/>
          <p:nvPr/>
        </p:nvGrpSpPr>
        <p:grpSpPr>
          <a:xfrm>
            <a:off x="2639968" y="1289541"/>
            <a:ext cx="6187325" cy="1074695"/>
            <a:chOff x="2639968" y="1289541"/>
            <a:chExt cx="6187325" cy="1074695"/>
          </a:xfrm>
        </p:grpSpPr>
        <p:sp>
          <p:nvSpPr>
            <p:cNvPr id="59" name="Oval 58">
              <a:extLst>
                <a:ext uri="{FF2B5EF4-FFF2-40B4-BE49-F238E27FC236}">
                  <a16:creationId xmlns:a16="http://schemas.microsoft.com/office/drawing/2014/main" id="{2E4E47BA-B133-2523-AEA5-5F296623D0BF}"/>
                </a:ext>
              </a:extLst>
            </p:cNvPr>
            <p:cNvSpPr/>
            <p:nvPr/>
          </p:nvSpPr>
          <p:spPr>
            <a:xfrm>
              <a:off x="4747275" y="2035862"/>
              <a:ext cx="342654" cy="328374"/>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c 59" descr="Race Car with solid fill">
              <a:extLst>
                <a:ext uri="{FF2B5EF4-FFF2-40B4-BE49-F238E27FC236}">
                  <a16:creationId xmlns:a16="http://schemas.microsoft.com/office/drawing/2014/main" id="{33555560-4EBA-615C-3639-ADEF9FBB39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88784" y="2068647"/>
              <a:ext cx="259634" cy="259634"/>
            </a:xfrm>
            <a:prstGeom prst="rect">
              <a:avLst/>
            </a:prstGeom>
          </p:spPr>
        </p:pic>
        <p:sp>
          <p:nvSpPr>
            <p:cNvPr id="33" name="Oval 32">
              <a:extLst>
                <a:ext uri="{FF2B5EF4-FFF2-40B4-BE49-F238E27FC236}">
                  <a16:creationId xmlns:a16="http://schemas.microsoft.com/office/drawing/2014/main" id="{EDFEA486-7CAD-3EF0-5149-7C9FDE4F9C79}"/>
                </a:ext>
              </a:extLst>
            </p:cNvPr>
            <p:cNvSpPr/>
            <p:nvPr/>
          </p:nvSpPr>
          <p:spPr>
            <a:xfrm>
              <a:off x="2639968" y="1289541"/>
              <a:ext cx="666856" cy="65675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c 36" descr="Race Car with solid fill">
              <a:extLst>
                <a:ext uri="{FF2B5EF4-FFF2-40B4-BE49-F238E27FC236}">
                  <a16:creationId xmlns:a16="http://schemas.microsoft.com/office/drawing/2014/main" id="{8410066E-98E0-C61C-4719-211D8F8758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25595" y="1361899"/>
              <a:ext cx="505287" cy="505287"/>
            </a:xfrm>
            <a:prstGeom prst="rect">
              <a:avLst/>
            </a:prstGeom>
          </p:spPr>
        </p:pic>
        <p:sp>
          <p:nvSpPr>
            <p:cNvPr id="3" name="TextBox 2">
              <a:extLst>
                <a:ext uri="{FF2B5EF4-FFF2-40B4-BE49-F238E27FC236}">
                  <a16:creationId xmlns:a16="http://schemas.microsoft.com/office/drawing/2014/main" id="{3B9AEF87-7518-717F-4EC6-9E300C5A9A53}"/>
                </a:ext>
              </a:extLst>
            </p:cNvPr>
            <p:cNvSpPr txBox="1"/>
            <p:nvPr/>
          </p:nvSpPr>
          <p:spPr>
            <a:xfrm>
              <a:off x="5237721" y="2068647"/>
              <a:ext cx="3589572" cy="276999"/>
            </a:xfrm>
            <a:prstGeom prst="rect">
              <a:avLst/>
            </a:prstGeom>
            <a:noFill/>
          </p:spPr>
          <p:txBody>
            <a:bodyPr wrap="none" rtlCol="0">
              <a:spAutoFit/>
            </a:bodyPr>
            <a:lstStyle/>
            <a:p>
              <a:r>
                <a:rPr lang="en-US" sz="1200" b="1" dirty="0">
                  <a:latin typeface="Abadi" panose="020B0604020104020204" pitchFamily="34" charset="0"/>
                </a:rPr>
                <a:t>Dual Format: Hot Lap Challenge &amp; Championship</a:t>
              </a:r>
            </a:p>
          </p:txBody>
        </p:sp>
      </p:grpSp>
      <p:grpSp>
        <p:nvGrpSpPr>
          <p:cNvPr id="12" name="Group 11">
            <a:extLst>
              <a:ext uri="{FF2B5EF4-FFF2-40B4-BE49-F238E27FC236}">
                <a16:creationId xmlns:a16="http://schemas.microsoft.com/office/drawing/2014/main" id="{7D464175-2233-9E69-4624-C49EE94BFB01}"/>
              </a:ext>
            </a:extLst>
          </p:cNvPr>
          <p:cNvGrpSpPr/>
          <p:nvPr/>
        </p:nvGrpSpPr>
        <p:grpSpPr>
          <a:xfrm>
            <a:off x="1139388" y="1656069"/>
            <a:ext cx="6697377" cy="1445219"/>
            <a:chOff x="1139388" y="1656069"/>
            <a:chExt cx="6697377" cy="1445219"/>
          </a:xfrm>
        </p:grpSpPr>
        <p:sp>
          <p:nvSpPr>
            <p:cNvPr id="63" name="Oval 62">
              <a:extLst>
                <a:ext uri="{FF2B5EF4-FFF2-40B4-BE49-F238E27FC236}">
                  <a16:creationId xmlns:a16="http://schemas.microsoft.com/office/drawing/2014/main" id="{E19BB8E4-079D-72BA-7821-9ABA51AE15F5}"/>
                </a:ext>
              </a:extLst>
            </p:cNvPr>
            <p:cNvSpPr/>
            <p:nvPr/>
          </p:nvSpPr>
          <p:spPr>
            <a:xfrm>
              <a:off x="4747448" y="2772914"/>
              <a:ext cx="342654" cy="328374"/>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c 65" descr="Handshake with solid fill">
              <a:extLst>
                <a:ext uri="{FF2B5EF4-FFF2-40B4-BE49-F238E27FC236}">
                  <a16:creationId xmlns:a16="http://schemas.microsoft.com/office/drawing/2014/main" id="{9982A9D9-FFCE-1C7E-69B7-88CAB88676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88079" y="2810762"/>
              <a:ext cx="270628" cy="270628"/>
            </a:xfrm>
            <a:prstGeom prst="rect">
              <a:avLst/>
            </a:prstGeom>
          </p:spPr>
        </p:pic>
        <p:sp>
          <p:nvSpPr>
            <p:cNvPr id="31" name="Oval 30">
              <a:extLst>
                <a:ext uri="{FF2B5EF4-FFF2-40B4-BE49-F238E27FC236}">
                  <a16:creationId xmlns:a16="http://schemas.microsoft.com/office/drawing/2014/main" id="{50D821EC-CFBA-5177-9C7B-B6090E2775E3}"/>
                </a:ext>
              </a:extLst>
            </p:cNvPr>
            <p:cNvSpPr/>
            <p:nvPr/>
          </p:nvSpPr>
          <p:spPr>
            <a:xfrm>
              <a:off x="1139388" y="1656069"/>
              <a:ext cx="666856" cy="65675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Graphic 50" descr="Handshake with solid fill">
              <a:extLst>
                <a:ext uri="{FF2B5EF4-FFF2-40B4-BE49-F238E27FC236}">
                  <a16:creationId xmlns:a16="http://schemas.microsoft.com/office/drawing/2014/main" id="{FFAD973B-2A4D-3D68-8F22-6A866186C4E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9370" y="1738353"/>
              <a:ext cx="526682" cy="526682"/>
            </a:xfrm>
            <a:prstGeom prst="rect">
              <a:avLst/>
            </a:prstGeom>
          </p:spPr>
        </p:pic>
        <p:sp>
          <p:nvSpPr>
            <p:cNvPr id="4" name="TextBox 3">
              <a:extLst>
                <a:ext uri="{FF2B5EF4-FFF2-40B4-BE49-F238E27FC236}">
                  <a16:creationId xmlns:a16="http://schemas.microsoft.com/office/drawing/2014/main" id="{BC6F50C5-6726-FA6E-8626-E5C9EBA669F8}"/>
                </a:ext>
              </a:extLst>
            </p:cNvPr>
            <p:cNvSpPr txBox="1"/>
            <p:nvPr/>
          </p:nvSpPr>
          <p:spPr>
            <a:xfrm>
              <a:off x="5237720" y="2807576"/>
              <a:ext cx="2599045" cy="276999"/>
            </a:xfrm>
            <a:prstGeom prst="rect">
              <a:avLst/>
            </a:prstGeom>
            <a:noFill/>
          </p:spPr>
          <p:txBody>
            <a:bodyPr wrap="none" rtlCol="0">
              <a:spAutoFit/>
            </a:bodyPr>
            <a:lstStyle/>
            <a:p>
              <a:r>
                <a:rPr lang="en-US" sz="1200" b="1" dirty="0">
                  <a:latin typeface="Abadi" panose="020B0604020104020204" pitchFamily="34" charset="0"/>
                </a:rPr>
                <a:t>Accessible &amp; Inclusive Motorsport</a:t>
              </a:r>
            </a:p>
          </p:txBody>
        </p:sp>
      </p:grpSp>
      <p:grpSp>
        <p:nvGrpSpPr>
          <p:cNvPr id="13" name="Group 12">
            <a:extLst>
              <a:ext uri="{FF2B5EF4-FFF2-40B4-BE49-F238E27FC236}">
                <a16:creationId xmlns:a16="http://schemas.microsoft.com/office/drawing/2014/main" id="{D269DD3D-F93B-F697-179B-D969FAA79356}"/>
              </a:ext>
            </a:extLst>
          </p:cNvPr>
          <p:cNvGrpSpPr/>
          <p:nvPr/>
        </p:nvGrpSpPr>
        <p:grpSpPr>
          <a:xfrm>
            <a:off x="482340" y="3081390"/>
            <a:ext cx="7621870" cy="747701"/>
            <a:chOff x="482340" y="3081390"/>
            <a:chExt cx="7621870" cy="747701"/>
          </a:xfrm>
        </p:grpSpPr>
        <p:sp>
          <p:nvSpPr>
            <p:cNvPr id="80" name="Oval 79">
              <a:extLst>
                <a:ext uri="{FF2B5EF4-FFF2-40B4-BE49-F238E27FC236}">
                  <a16:creationId xmlns:a16="http://schemas.microsoft.com/office/drawing/2014/main" id="{07245BB3-622C-7FE1-25BC-CE6285C91465}"/>
                </a:ext>
              </a:extLst>
            </p:cNvPr>
            <p:cNvSpPr/>
            <p:nvPr/>
          </p:nvSpPr>
          <p:spPr>
            <a:xfrm>
              <a:off x="4747275" y="3500717"/>
              <a:ext cx="342654" cy="328374"/>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Graphic 81" descr="Internet Of Things with solid fill">
              <a:extLst>
                <a:ext uri="{FF2B5EF4-FFF2-40B4-BE49-F238E27FC236}">
                  <a16:creationId xmlns:a16="http://schemas.microsoft.com/office/drawing/2014/main" id="{706DFDA0-4CC8-B3BF-0F88-CAEBC16FB40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05719" y="3539167"/>
              <a:ext cx="243543" cy="243543"/>
            </a:xfrm>
            <a:prstGeom prst="rect">
              <a:avLst/>
            </a:prstGeom>
          </p:spPr>
        </p:pic>
        <p:sp>
          <p:nvSpPr>
            <p:cNvPr id="32" name="Oval 31">
              <a:extLst>
                <a:ext uri="{FF2B5EF4-FFF2-40B4-BE49-F238E27FC236}">
                  <a16:creationId xmlns:a16="http://schemas.microsoft.com/office/drawing/2014/main" id="{52B790F2-7472-A69A-B45D-66775872D6FB}"/>
                </a:ext>
              </a:extLst>
            </p:cNvPr>
            <p:cNvSpPr/>
            <p:nvPr/>
          </p:nvSpPr>
          <p:spPr>
            <a:xfrm>
              <a:off x="482340" y="3081390"/>
              <a:ext cx="666856" cy="65675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descr="Internet Of Things with solid fill">
              <a:extLst>
                <a:ext uri="{FF2B5EF4-FFF2-40B4-BE49-F238E27FC236}">
                  <a16:creationId xmlns:a16="http://schemas.microsoft.com/office/drawing/2014/main" id="{BE27929A-ECD7-ED51-A939-8B838FD291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5208" y="3172022"/>
              <a:ext cx="473972" cy="473972"/>
            </a:xfrm>
            <a:prstGeom prst="rect">
              <a:avLst/>
            </a:prstGeom>
          </p:spPr>
        </p:pic>
        <p:sp>
          <p:nvSpPr>
            <p:cNvPr id="5" name="TextBox 4">
              <a:extLst>
                <a:ext uri="{FF2B5EF4-FFF2-40B4-BE49-F238E27FC236}">
                  <a16:creationId xmlns:a16="http://schemas.microsoft.com/office/drawing/2014/main" id="{503EFB29-6458-7E1E-80EC-4DBB7F86D517}"/>
                </a:ext>
              </a:extLst>
            </p:cNvPr>
            <p:cNvSpPr txBox="1"/>
            <p:nvPr/>
          </p:nvSpPr>
          <p:spPr>
            <a:xfrm>
              <a:off x="5237720" y="3522438"/>
              <a:ext cx="2866490" cy="276999"/>
            </a:xfrm>
            <a:prstGeom prst="rect">
              <a:avLst/>
            </a:prstGeom>
            <a:noFill/>
          </p:spPr>
          <p:txBody>
            <a:bodyPr wrap="none" rtlCol="0">
              <a:spAutoFit/>
            </a:bodyPr>
            <a:lstStyle/>
            <a:p>
              <a:r>
                <a:rPr lang="en-US" sz="1200" b="1" dirty="0">
                  <a:latin typeface="Abadi" panose="020B0604020104020204" pitchFamily="34" charset="0"/>
                </a:rPr>
                <a:t>Innovation &amp; Technology Development</a:t>
              </a:r>
            </a:p>
          </p:txBody>
        </p:sp>
      </p:grpSp>
      <p:grpSp>
        <p:nvGrpSpPr>
          <p:cNvPr id="14" name="Group 13">
            <a:extLst>
              <a:ext uri="{FF2B5EF4-FFF2-40B4-BE49-F238E27FC236}">
                <a16:creationId xmlns:a16="http://schemas.microsoft.com/office/drawing/2014/main" id="{0AF6E32A-EDEF-A907-ABE0-B2E5CF7DEA19}"/>
              </a:ext>
            </a:extLst>
          </p:cNvPr>
          <p:cNvGrpSpPr/>
          <p:nvPr/>
        </p:nvGrpSpPr>
        <p:grpSpPr>
          <a:xfrm>
            <a:off x="3505929" y="2265035"/>
            <a:ext cx="3855342" cy="2316726"/>
            <a:chOff x="3529375" y="2237903"/>
            <a:chExt cx="3855342" cy="2316726"/>
          </a:xfrm>
        </p:grpSpPr>
        <p:sp>
          <p:nvSpPr>
            <p:cNvPr id="81" name="Oval 80">
              <a:extLst>
                <a:ext uri="{FF2B5EF4-FFF2-40B4-BE49-F238E27FC236}">
                  <a16:creationId xmlns:a16="http://schemas.microsoft.com/office/drawing/2014/main" id="{AE07DE53-3295-C239-2022-75860BCE0860}"/>
                </a:ext>
              </a:extLst>
            </p:cNvPr>
            <p:cNvSpPr/>
            <p:nvPr/>
          </p:nvSpPr>
          <p:spPr>
            <a:xfrm>
              <a:off x="4750702" y="4226255"/>
              <a:ext cx="342654" cy="328374"/>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c 82" descr="Wireless router with solid fill">
              <a:extLst>
                <a:ext uri="{FF2B5EF4-FFF2-40B4-BE49-F238E27FC236}">
                  <a16:creationId xmlns:a16="http://schemas.microsoft.com/office/drawing/2014/main" id="{59052C52-A6B2-9C7F-6BA6-AD2445318D5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90904" y="4254014"/>
              <a:ext cx="262751" cy="262751"/>
            </a:xfrm>
            <a:prstGeom prst="rect">
              <a:avLst/>
            </a:prstGeom>
          </p:spPr>
        </p:pic>
        <p:sp>
          <p:nvSpPr>
            <p:cNvPr id="34" name="Oval 33">
              <a:extLst>
                <a:ext uri="{FF2B5EF4-FFF2-40B4-BE49-F238E27FC236}">
                  <a16:creationId xmlns:a16="http://schemas.microsoft.com/office/drawing/2014/main" id="{2CDD4526-A418-6937-ACC1-E043F6F00CD7}"/>
                </a:ext>
              </a:extLst>
            </p:cNvPr>
            <p:cNvSpPr/>
            <p:nvPr/>
          </p:nvSpPr>
          <p:spPr>
            <a:xfrm>
              <a:off x="3529375" y="2237903"/>
              <a:ext cx="666856" cy="65675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Graphic 76" descr="Wireless router with solid fill">
              <a:extLst>
                <a:ext uri="{FF2B5EF4-FFF2-40B4-BE49-F238E27FC236}">
                  <a16:creationId xmlns:a16="http://schemas.microsoft.com/office/drawing/2014/main" id="{AEE7294F-EADC-531E-13A2-E61F453BF0C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10771" y="2305758"/>
              <a:ext cx="511352" cy="511352"/>
            </a:xfrm>
            <a:prstGeom prst="rect">
              <a:avLst/>
            </a:prstGeom>
          </p:spPr>
        </p:pic>
        <p:sp>
          <p:nvSpPr>
            <p:cNvPr id="6" name="TextBox 5">
              <a:extLst>
                <a:ext uri="{FF2B5EF4-FFF2-40B4-BE49-F238E27FC236}">
                  <a16:creationId xmlns:a16="http://schemas.microsoft.com/office/drawing/2014/main" id="{B846F8B0-EDBD-82AE-E08B-0A4740BCAEDE}"/>
                </a:ext>
              </a:extLst>
            </p:cNvPr>
            <p:cNvSpPr txBox="1"/>
            <p:nvPr/>
          </p:nvSpPr>
          <p:spPr>
            <a:xfrm>
              <a:off x="5237719" y="4246889"/>
              <a:ext cx="2146998" cy="276999"/>
            </a:xfrm>
            <a:prstGeom prst="rect">
              <a:avLst/>
            </a:prstGeom>
            <a:noFill/>
          </p:spPr>
          <p:txBody>
            <a:bodyPr wrap="none" rtlCol="0">
              <a:spAutoFit/>
            </a:bodyPr>
            <a:lstStyle/>
            <a:p>
              <a:r>
                <a:rPr lang="en-US" sz="1200" b="1" dirty="0">
                  <a:latin typeface="Abadi" panose="020B0604020104020204" pitchFamily="34" charset="0"/>
                </a:rPr>
                <a:t>Commercial &amp; Media Growth</a:t>
              </a:r>
              <a:endParaRPr lang="en-US" sz="1200" dirty="0"/>
            </a:p>
          </p:txBody>
        </p:sp>
      </p:grpSp>
    </p:spTree>
    <p:extLst>
      <p:ext uri="{BB962C8B-B14F-4D97-AF65-F5344CB8AC3E}">
        <p14:creationId xmlns:p14="http://schemas.microsoft.com/office/powerpoint/2010/main" val="82630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56A2A"/>
        </a:solidFill>
        <a:effectLst/>
      </p:bgPr>
    </p:bg>
    <p:spTree>
      <p:nvGrpSpPr>
        <p:cNvPr id="1" name="">
          <a:extLst>
            <a:ext uri="{FF2B5EF4-FFF2-40B4-BE49-F238E27FC236}">
              <a16:creationId xmlns:a16="http://schemas.microsoft.com/office/drawing/2014/main" id="{F5EC2F2A-5595-D4A5-12AE-3CF12E3FB14A}"/>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C58CE0C7-F279-CBDD-29AA-C907C7E73EB5}"/>
              </a:ext>
            </a:extLst>
          </p:cNvPr>
          <p:cNvSpPr>
            <a:spLocks noGrp="1"/>
          </p:cNvSpPr>
          <p:nvPr>
            <p:ph type="title"/>
          </p:nvPr>
        </p:nvSpPr>
        <p:spPr>
          <a:xfrm>
            <a:off x="431625" y="125501"/>
            <a:ext cx="7886700" cy="994172"/>
          </a:xfrm>
        </p:spPr>
        <p:txBody>
          <a:bodyPr/>
          <a:lstStyle/>
          <a:p>
            <a:r>
              <a:rPr lang="it-IT" b="1" dirty="0"/>
              <a:t>COMPETITION</a:t>
            </a:r>
            <a:endParaRPr lang="en-US" b="1" dirty="0"/>
          </a:p>
        </p:txBody>
      </p:sp>
      <p:sp>
        <p:nvSpPr>
          <p:cNvPr id="12" name="TextBox 11">
            <a:extLst>
              <a:ext uri="{FF2B5EF4-FFF2-40B4-BE49-F238E27FC236}">
                <a16:creationId xmlns:a16="http://schemas.microsoft.com/office/drawing/2014/main" id="{B463E3AB-9238-8A8F-A806-9AC68162FB30}"/>
              </a:ext>
            </a:extLst>
          </p:cNvPr>
          <p:cNvSpPr txBox="1"/>
          <p:nvPr/>
        </p:nvSpPr>
        <p:spPr>
          <a:xfrm rot="5400000">
            <a:off x="4254841" y="4237507"/>
            <a:ext cx="928711" cy="369332"/>
          </a:xfrm>
          <a:prstGeom prst="rect">
            <a:avLst/>
          </a:prstGeom>
          <a:noFill/>
        </p:spPr>
        <p:txBody>
          <a:bodyPr wrap="square">
            <a:spAutoFit/>
          </a:bodyPr>
          <a:lstStyle/>
          <a:p>
            <a:r>
              <a:rPr lang="en-US" dirty="0"/>
              <a:t>Foreign</a:t>
            </a:r>
          </a:p>
        </p:txBody>
      </p:sp>
      <p:sp>
        <p:nvSpPr>
          <p:cNvPr id="13" name="Oval 12">
            <a:extLst>
              <a:ext uri="{FF2B5EF4-FFF2-40B4-BE49-F238E27FC236}">
                <a16:creationId xmlns:a16="http://schemas.microsoft.com/office/drawing/2014/main" id="{52569747-46D0-8363-D2A9-A3738451686C}"/>
              </a:ext>
            </a:extLst>
          </p:cNvPr>
          <p:cNvSpPr/>
          <p:nvPr/>
        </p:nvSpPr>
        <p:spPr>
          <a:xfrm>
            <a:off x="6096769" y="1056326"/>
            <a:ext cx="914400" cy="9144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4A9C6152-4C29-5CA7-C1EF-951F330BA621}"/>
              </a:ext>
            </a:extLst>
          </p:cNvPr>
          <p:cNvCxnSpPr>
            <a:cxnSpLocks/>
          </p:cNvCxnSpPr>
          <p:nvPr/>
        </p:nvCxnSpPr>
        <p:spPr>
          <a:xfrm>
            <a:off x="1496136" y="2844780"/>
            <a:ext cx="6183151" cy="8361"/>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54E3F8F-EC06-F2A9-7B39-2ECAB904E0B1}"/>
              </a:ext>
            </a:extLst>
          </p:cNvPr>
          <p:cNvCxnSpPr>
            <a:cxnSpLocks/>
          </p:cNvCxnSpPr>
          <p:nvPr/>
        </p:nvCxnSpPr>
        <p:spPr>
          <a:xfrm flipH="1" flipV="1">
            <a:off x="4549687" y="933450"/>
            <a:ext cx="22313" cy="3889559"/>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35B1115-228C-E089-E89C-9EEB357C2576}"/>
              </a:ext>
            </a:extLst>
          </p:cNvPr>
          <p:cNvSpPr txBox="1"/>
          <p:nvPr/>
        </p:nvSpPr>
        <p:spPr>
          <a:xfrm>
            <a:off x="6519869" y="2520355"/>
            <a:ext cx="1220042" cy="369332"/>
          </a:xfrm>
          <a:prstGeom prst="rect">
            <a:avLst/>
          </a:prstGeom>
          <a:noFill/>
        </p:spPr>
        <p:txBody>
          <a:bodyPr wrap="square" rtlCol="0">
            <a:spAutoFit/>
          </a:bodyPr>
          <a:lstStyle/>
          <a:p>
            <a:r>
              <a:rPr lang="it-IT" dirty="0"/>
              <a:t>Affordable</a:t>
            </a:r>
            <a:endParaRPr lang="en-US" dirty="0"/>
          </a:p>
        </p:txBody>
      </p:sp>
      <p:sp>
        <p:nvSpPr>
          <p:cNvPr id="9" name="TextBox 8">
            <a:extLst>
              <a:ext uri="{FF2B5EF4-FFF2-40B4-BE49-F238E27FC236}">
                <a16:creationId xmlns:a16="http://schemas.microsoft.com/office/drawing/2014/main" id="{91449FD4-172E-C1EC-8F11-010CEB2476C2}"/>
              </a:ext>
            </a:extLst>
          </p:cNvPr>
          <p:cNvSpPr txBox="1"/>
          <p:nvPr/>
        </p:nvSpPr>
        <p:spPr>
          <a:xfrm>
            <a:off x="1464713" y="2795613"/>
            <a:ext cx="1178364" cy="369332"/>
          </a:xfrm>
          <a:prstGeom prst="rect">
            <a:avLst/>
          </a:prstGeom>
          <a:noFill/>
        </p:spPr>
        <p:txBody>
          <a:bodyPr wrap="square" rtlCol="0">
            <a:spAutoFit/>
          </a:bodyPr>
          <a:lstStyle/>
          <a:p>
            <a:r>
              <a:rPr lang="it-IT" dirty="0"/>
              <a:t>Expensive</a:t>
            </a:r>
            <a:endParaRPr lang="en-US" dirty="0"/>
          </a:p>
        </p:txBody>
      </p:sp>
      <p:sp>
        <p:nvSpPr>
          <p:cNvPr id="11" name="TextBox 10">
            <a:extLst>
              <a:ext uri="{FF2B5EF4-FFF2-40B4-BE49-F238E27FC236}">
                <a16:creationId xmlns:a16="http://schemas.microsoft.com/office/drawing/2014/main" id="{E69FE5FF-5125-C20A-A72F-E17FDE48D005}"/>
              </a:ext>
            </a:extLst>
          </p:cNvPr>
          <p:cNvSpPr txBox="1"/>
          <p:nvPr/>
        </p:nvSpPr>
        <p:spPr>
          <a:xfrm rot="16200000">
            <a:off x="3836675" y="1250765"/>
            <a:ext cx="1151839" cy="369332"/>
          </a:xfrm>
          <a:prstGeom prst="rect">
            <a:avLst/>
          </a:prstGeom>
          <a:noFill/>
        </p:spPr>
        <p:txBody>
          <a:bodyPr wrap="square">
            <a:spAutoFit/>
          </a:bodyPr>
          <a:lstStyle/>
          <a:p>
            <a:r>
              <a:rPr lang="en-US" dirty="0"/>
              <a:t>Authentic</a:t>
            </a:r>
          </a:p>
        </p:txBody>
      </p:sp>
      <p:grpSp>
        <p:nvGrpSpPr>
          <p:cNvPr id="10" name="Group 9">
            <a:extLst>
              <a:ext uri="{FF2B5EF4-FFF2-40B4-BE49-F238E27FC236}">
                <a16:creationId xmlns:a16="http://schemas.microsoft.com/office/drawing/2014/main" id="{E5795DB5-4580-9AD9-420E-2AEB40D89211}"/>
              </a:ext>
            </a:extLst>
          </p:cNvPr>
          <p:cNvGrpSpPr/>
          <p:nvPr/>
        </p:nvGrpSpPr>
        <p:grpSpPr>
          <a:xfrm>
            <a:off x="1564473" y="3904928"/>
            <a:ext cx="1010936" cy="653319"/>
            <a:chOff x="888591" y="3758641"/>
            <a:chExt cx="1470547" cy="793150"/>
          </a:xfrm>
        </p:grpSpPr>
        <p:sp>
          <p:nvSpPr>
            <p:cNvPr id="7" name="Oval 6">
              <a:extLst>
                <a:ext uri="{FF2B5EF4-FFF2-40B4-BE49-F238E27FC236}">
                  <a16:creationId xmlns:a16="http://schemas.microsoft.com/office/drawing/2014/main" id="{A5110609-3C4F-368A-349C-F59571A7C0D5}"/>
                </a:ext>
              </a:extLst>
            </p:cNvPr>
            <p:cNvSpPr/>
            <p:nvPr/>
          </p:nvSpPr>
          <p:spPr>
            <a:xfrm>
              <a:off x="888591" y="3758641"/>
              <a:ext cx="1470547" cy="7931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orld Rally Championship - Wikipedia">
              <a:extLst>
                <a:ext uri="{FF2B5EF4-FFF2-40B4-BE49-F238E27FC236}">
                  <a16:creationId xmlns:a16="http://schemas.microsoft.com/office/drawing/2014/main" id="{E028C81D-C692-81E9-C9C0-E960C4467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686" y="3907598"/>
              <a:ext cx="1098583" cy="509343"/>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descr="2025 Season – Legends Racing Europe Ltd">
            <a:extLst>
              <a:ext uri="{FF2B5EF4-FFF2-40B4-BE49-F238E27FC236}">
                <a16:creationId xmlns:a16="http://schemas.microsoft.com/office/drawing/2014/main" id="{C4B20103-DDE7-59A8-117A-79CF789585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5261" y="3731477"/>
            <a:ext cx="940685" cy="709276"/>
          </a:xfrm>
          <a:prstGeom prst="ellipse">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8DF48BA-FCFC-FCF2-EB15-71698E1A335A}"/>
              </a:ext>
            </a:extLst>
          </p:cNvPr>
          <p:cNvGrpSpPr/>
          <p:nvPr/>
        </p:nvGrpSpPr>
        <p:grpSpPr>
          <a:xfrm>
            <a:off x="2449694" y="1870889"/>
            <a:ext cx="1027775" cy="632872"/>
            <a:chOff x="1653293" y="1846982"/>
            <a:chExt cx="1027775" cy="632872"/>
          </a:xfrm>
        </p:grpSpPr>
        <p:sp>
          <p:nvSpPr>
            <p:cNvPr id="6" name="Oval 5">
              <a:extLst>
                <a:ext uri="{FF2B5EF4-FFF2-40B4-BE49-F238E27FC236}">
                  <a16:creationId xmlns:a16="http://schemas.microsoft.com/office/drawing/2014/main" id="{29E11802-C576-3EBA-EF37-D5C293219EDD}"/>
                </a:ext>
              </a:extLst>
            </p:cNvPr>
            <p:cNvSpPr/>
            <p:nvPr/>
          </p:nvSpPr>
          <p:spPr>
            <a:xfrm>
              <a:off x="1653293" y="1846982"/>
              <a:ext cx="1027775" cy="63287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FIA African Rally Championship">
              <a:extLst>
                <a:ext uri="{FF2B5EF4-FFF2-40B4-BE49-F238E27FC236}">
                  <a16:creationId xmlns:a16="http://schemas.microsoft.com/office/drawing/2014/main" id="{2292051D-28D0-B8EF-332D-357346D74B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14" t="28634" r="4999" b="27465"/>
            <a:stretch>
              <a:fillRect/>
            </a:stretch>
          </p:blipFill>
          <p:spPr bwMode="auto">
            <a:xfrm>
              <a:off x="1791928" y="1973178"/>
              <a:ext cx="786291" cy="383602"/>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16">
            <a:extLst>
              <a:ext uri="{FF2B5EF4-FFF2-40B4-BE49-F238E27FC236}">
                <a16:creationId xmlns:a16="http://schemas.microsoft.com/office/drawing/2014/main" id="{BF409BFA-BC82-8C5A-D2B6-F629C5300829}"/>
              </a:ext>
            </a:extLst>
          </p:cNvPr>
          <p:cNvPicPr>
            <a:picLocks noChangeAspect="1"/>
          </p:cNvPicPr>
          <p:nvPr/>
        </p:nvPicPr>
        <p:blipFill>
          <a:blip r:embed="rId6"/>
          <a:stretch>
            <a:fillRect/>
          </a:stretch>
        </p:blipFill>
        <p:spPr>
          <a:xfrm>
            <a:off x="6136326" y="1110144"/>
            <a:ext cx="835287" cy="806765"/>
          </a:xfrm>
          <a:prstGeom prst="ellipse">
            <a:avLst/>
          </a:prstGeom>
        </p:spPr>
      </p:pic>
      <p:pic>
        <p:nvPicPr>
          <p:cNvPr id="24" name="Picture 23">
            <a:extLst>
              <a:ext uri="{FF2B5EF4-FFF2-40B4-BE49-F238E27FC236}">
                <a16:creationId xmlns:a16="http://schemas.microsoft.com/office/drawing/2014/main" id="{3AAD490F-BFAA-E734-C3CF-2944AF9A3E47}"/>
              </a:ext>
            </a:extLst>
          </p:cNvPr>
          <p:cNvPicPr>
            <a:picLocks noChangeAspect="1"/>
          </p:cNvPicPr>
          <p:nvPr/>
        </p:nvPicPr>
        <p:blipFill>
          <a:blip r:embed="rId7"/>
          <a:stretch>
            <a:fillRect/>
          </a:stretch>
        </p:blipFill>
        <p:spPr>
          <a:xfrm>
            <a:off x="6553970" y="2960826"/>
            <a:ext cx="1151839" cy="682743"/>
          </a:xfrm>
          <a:prstGeom prst="ellipse">
            <a:avLst/>
          </a:prstGeom>
        </p:spPr>
      </p:pic>
      <p:pic>
        <p:nvPicPr>
          <p:cNvPr id="2" name="Picture 2" descr="Radical SR3 XXR | Spring Mountain Racing">
            <a:extLst>
              <a:ext uri="{FF2B5EF4-FFF2-40B4-BE49-F238E27FC236}">
                <a16:creationId xmlns:a16="http://schemas.microsoft.com/office/drawing/2014/main" id="{81818B12-2FC7-A718-D6DF-157E692E95D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263" t="20479" r="18109" b="9746"/>
          <a:stretch>
            <a:fillRect/>
          </a:stretch>
        </p:blipFill>
        <p:spPr bwMode="auto">
          <a:xfrm>
            <a:off x="3925929" y="3215590"/>
            <a:ext cx="1089374" cy="669130"/>
          </a:xfrm>
          <a:prstGeom prst="ellipse">
            <a:avLst/>
          </a:prstGeom>
          <a:noFill/>
          <a:extLst>
            <a:ext uri="{909E8E84-426E-40DD-AFC4-6F175D3DCCD1}">
              <a14:hiddenFill xmlns:a14="http://schemas.microsoft.com/office/drawing/2010/main">
                <a:solidFill>
                  <a:srgbClr val="FFFFFF"/>
                </a:solidFill>
              </a14:hiddenFill>
            </a:ext>
          </a:extLst>
        </p:spPr>
      </p:pic>
      <p:sp>
        <p:nvSpPr>
          <p:cNvPr id="3" name="Isosceles Triangle 2">
            <a:extLst>
              <a:ext uri="{FF2B5EF4-FFF2-40B4-BE49-F238E27FC236}">
                <a16:creationId xmlns:a16="http://schemas.microsoft.com/office/drawing/2014/main" id="{A11B9670-E614-4CF4-F620-F8F3DF2E515D}"/>
              </a:ext>
            </a:extLst>
          </p:cNvPr>
          <p:cNvSpPr/>
          <p:nvPr/>
        </p:nvSpPr>
        <p:spPr>
          <a:xfrm>
            <a:off x="4475652" y="777401"/>
            <a:ext cx="148070" cy="155928"/>
          </a:xfrm>
          <a:prstGeom prst="triangl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5F26166-C6D4-B01D-31B7-00415F436A88}"/>
              </a:ext>
            </a:extLst>
          </p:cNvPr>
          <p:cNvSpPr/>
          <p:nvPr/>
        </p:nvSpPr>
        <p:spPr>
          <a:xfrm rot="16200000">
            <a:off x="1353661" y="2766816"/>
            <a:ext cx="148070" cy="155928"/>
          </a:xfrm>
          <a:prstGeom prst="triangl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46E54EF2-480C-0071-B89B-B73AB5BCF315}"/>
              </a:ext>
            </a:extLst>
          </p:cNvPr>
          <p:cNvSpPr/>
          <p:nvPr/>
        </p:nvSpPr>
        <p:spPr>
          <a:xfrm rot="5400000">
            <a:off x="7665876" y="2773258"/>
            <a:ext cx="148070" cy="155928"/>
          </a:xfrm>
          <a:prstGeom prst="triangl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A466D1CB-EF32-E431-0C23-BF1CE8BB1FE3}"/>
              </a:ext>
            </a:extLst>
          </p:cNvPr>
          <p:cNvSpPr/>
          <p:nvPr/>
        </p:nvSpPr>
        <p:spPr>
          <a:xfrm rot="10800000">
            <a:off x="4499464" y="4815866"/>
            <a:ext cx="148070" cy="155928"/>
          </a:xfrm>
          <a:prstGeom prst="triangl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94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261AFCA9-41D0-2CF2-DB33-8D86A116525A}"/>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B1B2D7C9-C0DA-1A7F-29B3-29CE9D85E86F}"/>
              </a:ext>
            </a:extLst>
          </p:cNvPr>
          <p:cNvSpPr>
            <a:spLocks noGrp="1"/>
          </p:cNvSpPr>
          <p:nvPr>
            <p:ph type="title"/>
          </p:nvPr>
        </p:nvSpPr>
        <p:spPr>
          <a:xfrm>
            <a:off x="431625" y="125501"/>
            <a:ext cx="7886700" cy="994172"/>
          </a:xfrm>
        </p:spPr>
        <p:txBody>
          <a:bodyPr/>
          <a:lstStyle/>
          <a:p>
            <a:r>
              <a:rPr lang="it-IT" b="1" dirty="0"/>
              <a:t>CUSTOMER SEGMENTS</a:t>
            </a:r>
            <a:endParaRPr lang="en-US" b="1" dirty="0"/>
          </a:p>
        </p:txBody>
      </p:sp>
      <p:sp>
        <p:nvSpPr>
          <p:cNvPr id="29" name="Freeform: Shape 28">
            <a:extLst>
              <a:ext uri="{FF2B5EF4-FFF2-40B4-BE49-F238E27FC236}">
                <a16:creationId xmlns:a16="http://schemas.microsoft.com/office/drawing/2014/main" id="{9FFA2ABE-FE94-594D-AFDB-825778C6FD60}"/>
              </a:ext>
            </a:extLst>
          </p:cNvPr>
          <p:cNvSpPr/>
          <p:nvPr/>
        </p:nvSpPr>
        <p:spPr>
          <a:xfrm>
            <a:off x="1011839" y="1119673"/>
            <a:ext cx="1746812" cy="3474720"/>
          </a:xfrm>
          <a:custGeom>
            <a:avLst/>
            <a:gdLst>
              <a:gd name="connsiteX0" fmla="*/ 9452 w 1746812"/>
              <a:gd name="connsiteY0" fmla="*/ 0 h 3474720"/>
              <a:gd name="connsiteX1" fmla="*/ 1746812 w 1746812"/>
              <a:gd name="connsiteY1" fmla="*/ 1737360 h 3474720"/>
              <a:gd name="connsiteX2" fmla="*/ 9452 w 1746812"/>
              <a:gd name="connsiteY2" fmla="*/ 3474720 h 3474720"/>
              <a:gd name="connsiteX3" fmla="*/ 0 w 1746812"/>
              <a:gd name="connsiteY3" fmla="*/ 3474243 h 3474720"/>
              <a:gd name="connsiteX4" fmla="*/ 0 w 1746812"/>
              <a:gd name="connsiteY4" fmla="*/ 477 h 3474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812" h="3474720">
                <a:moveTo>
                  <a:pt x="9452" y="0"/>
                </a:moveTo>
                <a:cubicBezTo>
                  <a:pt x="968969" y="0"/>
                  <a:pt x="1746812" y="777843"/>
                  <a:pt x="1746812" y="1737360"/>
                </a:cubicBezTo>
                <a:cubicBezTo>
                  <a:pt x="1746812" y="2696877"/>
                  <a:pt x="968969" y="3474720"/>
                  <a:pt x="9452" y="3474720"/>
                </a:cubicBezTo>
                <a:lnTo>
                  <a:pt x="0" y="3474243"/>
                </a:lnTo>
                <a:lnTo>
                  <a:pt x="0" y="477"/>
                </a:lnTo>
                <a:close/>
              </a:path>
            </a:pathLst>
          </a:cu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5626D6ED-B117-40DB-C73A-B94257DC3323}"/>
              </a:ext>
            </a:extLst>
          </p:cNvPr>
          <p:cNvSpPr/>
          <p:nvPr/>
        </p:nvSpPr>
        <p:spPr>
          <a:xfrm>
            <a:off x="234599" y="2083112"/>
            <a:ext cx="1554480" cy="1554480"/>
          </a:xfrm>
          <a:prstGeom prst="ellipse">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8BA2BD9A-3401-B558-EC73-56B2BC9964CE}"/>
              </a:ext>
            </a:extLst>
          </p:cNvPr>
          <p:cNvCxnSpPr>
            <a:cxnSpLocks/>
            <a:stCxn id="10" idx="7"/>
          </p:cNvCxnSpPr>
          <p:nvPr/>
        </p:nvCxnSpPr>
        <p:spPr>
          <a:xfrm flipV="1">
            <a:off x="1561431" y="1628534"/>
            <a:ext cx="688359" cy="682226"/>
          </a:xfrm>
          <a:prstGeom prst="line">
            <a:avLst/>
          </a:prstGeom>
          <a:ln w="76200">
            <a:solidFill>
              <a:srgbClr val="C66D2B"/>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254CEDA-93FA-9CA1-E9AC-D9ABE873603B}"/>
              </a:ext>
            </a:extLst>
          </p:cNvPr>
          <p:cNvCxnSpPr>
            <a:cxnSpLocks/>
            <a:stCxn id="10" idx="5"/>
          </p:cNvCxnSpPr>
          <p:nvPr/>
        </p:nvCxnSpPr>
        <p:spPr>
          <a:xfrm>
            <a:off x="1561431" y="3409944"/>
            <a:ext cx="688359" cy="675588"/>
          </a:xfrm>
          <a:prstGeom prst="line">
            <a:avLst/>
          </a:prstGeom>
          <a:ln w="76200">
            <a:solidFill>
              <a:srgbClr val="C66D2B"/>
            </a:solidFill>
          </a:ln>
        </p:spPr>
        <p:style>
          <a:lnRef idx="2">
            <a:schemeClr val="accent1"/>
          </a:lnRef>
          <a:fillRef idx="0">
            <a:schemeClr val="accent1"/>
          </a:fillRef>
          <a:effectRef idx="1">
            <a:schemeClr val="accent1"/>
          </a:effectRef>
          <a:fontRef idx="minor">
            <a:schemeClr val="tx1"/>
          </a:fontRef>
        </p:style>
      </p:cxnSp>
      <p:pic>
        <p:nvPicPr>
          <p:cNvPr id="3" name="Graphic 2" descr="Target Audience with solid fill">
            <a:extLst>
              <a:ext uri="{FF2B5EF4-FFF2-40B4-BE49-F238E27FC236}">
                <a16:creationId xmlns:a16="http://schemas.microsoft.com/office/drawing/2014/main" id="{E5E116A6-E10E-B0C4-FE8A-6AA4CFA0C0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2122" y="2393876"/>
            <a:ext cx="914400" cy="914400"/>
          </a:xfrm>
          <a:prstGeom prst="rect">
            <a:avLst/>
          </a:prstGeom>
        </p:spPr>
      </p:pic>
      <p:grpSp>
        <p:nvGrpSpPr>
          <p:cNvPr id="2" name="Group 1">
            <a:extLst>
              <a:ext uri="{FF2B5EF4-FFF2-40B4-BE49-F238E27FC236}">
                <a16:creationId xmlns:a16="http://schemas.microsoft.com/office/drawing/2014/main" id="{D6BB1CE5-1D0A-BB1B-60C0-FA09BBB89E19}"/>
              </a:ext>
            </a:extLst>
          </p:cNvPr>
          <p:cNvGrpSpPr/>
          <p:nvPr/>
        </p:nvGrpSpPr>
        <p:grpSpPr>
          <a:xfrm>
            <a:off x="1159322" y="1242261"/>
            <a:ext cx="7138369" cy="757735"/>
            <a:chOff x="1159322" y="1242261"/>
            <a:chExt cx="7138369" cy="757735"/>
          </a:xfrm>
        </p:grpSpPr>
        <p:sp>
          <p:nvSpPr>
            <p:cNvPr id="41" name="TextBox 40">
              <a:extLst>
                <a:ext uri="{FF2B5EF4-FFF2-40B4-BE49-F238E27FC236}">
                  <a16:creationId xmlns:a16="http://schemas.microsoft.com/office/drawing/2014/main" id="{C189F3E3-3A50-72D6-E413-A23A23FD5EE3}"/>
                </a:ext>
              </a:extLst>
            </p:cNvPr>
            <p:cNvSpPr txBox="1"/>
            <p:nvPr/>
          </p:nvSpPr>
          <p:spPr>
            <a:xfrm>
              <a:off x="4226832" y="1306590"/>
              <a:ext cx="640079" cy="523220"/>
            </a:xfrm>
            <a:prstGeom prst="rect">
              <a:avLst/>
            </a:prstGeom>
            <a:noFill/>
            <a:ln>
              <a:noFill/>
            </a:ln>
          </p:spPr>
          <p:txBody>
            <a:bodyPr wrap="square" rtlCol="0">
              <a:spAutoFit/>
            </a:bodyPr>
            <a:lstStyle/>
            <a:p>
              <a:r>
                <a:rPr lang="it-IT" sz="28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rPr>
                <a:t>01</a:t>
              </a:r>
              <a:endParaRPr lang="en-US" sz="32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2" name="Oval 41">
              <a:extLst>
                <a:ext uri="{FF2B5EF4-FFF2-40B4-BE49-F238E27FC236}">
                  <a16:creationId xmlns:a16="http://schemas.microsoft.com/office/drawing/2014/main" id="{7C0FAEDE-86C4-B44B-5254-E3F502BC2D93}"/>
                </a:ext>
              </a:extLst>
            </p:cNvPr>
            <p:cNvSpPr/>
            <p:nvPr/>
          </p:nvSpPr>
          <p:spPr>
            <a:xfrm>
              <a:off x="4179332" y="1242261"/>
              <a:ext cx="640080" cy="640080"/>
            </a:xfrm>
            <a:prstGeom prst="ellipse">
              <a:avLst/>
            </a:prstGeom>
            <a:noFill/>
            <a:ln w="57150">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2AE6BB5-798D-106E-B6CD-AFAB0F80AB5B}"/>
                </a:ext>
              </a:extLst>
            </p:cNvPr>
            <p:cNvSpPr txBox="1"/>
            <p:nvPr/>
          </p:nvSpPr>
          <p:spPr>
            <a:xfrm>
              <a:off x="4914411" y="1378338"/>
              <a:ext cx="3383280" cy="369332"/>
            </a:xfrm>
            <a:prstGeom prst="rect">
              <a:avLst/>
            </a:prstGeom>
            <a:noFill/>
          </p:spPr>
          <p:txBody>
            <a:bodyPr wrap="square">
              <a:spAutoFit/>
            </a:bodyPr>
            <a:lstStyle/>
            <a:p>
              <a:r>
                <a:rPr lang="en-GB" dirty="0">
                  <a:latin typeface="Abadi" panose="020B0604020104020204" pitchFamily="34" charset="0"/>
                </a:rPr>
                <a:t>Professional and aspiring drivers </a:t>
              </a:r>
            </a:p>
          </p:txBody>
        </p:sp>
        <p:sp>
          <p:nvSpPr>
            <p:cNvPr id="31" name="Oval 30">
              <a:extLst>
                <a:ext uri="{FF2B5EF4-FFF2-40B4-BE49-F238E27FC236}">
                  <a16:creationId xmlns:a16="http://schemas.microsoft.com/office/drawing/2014/main" id="{511F960D-D231-0EE0-3244-A1774A512FCD}"/>
                </a:ext>
              </a:extLst>
            </p:cNvPr>
            <p:cNvSpPr/>
            <p:nvPr/>
          </p:nvSpPr>
          <p:spPr>
            <a:xfrm>
              <a:off x="1159322" y="1359916"/>
              <a:ext cx="640080" cy="640080"/>
            </a:xfrm>
            <a:prstGeom prst="ellipse">
              <a:avLst/>
            </a:prstGeom>
            <a:noFill/>
            <a:ln w="5715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c 63" descr="Steering Wheel with solid fill">
              <a:extLst>
                <a:ext uri="{FF2B5EF4-FFF2-40B4-BE49-F238E27FC236}">
                  <a16:creationId xmlns:a16="http://schemas.microsoft.com/office/drawing/2014/main" id="{D4EC1B45-175B-CB2E-FEC7-D813C4EC2D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52237" y="1454420"/>
              <a:ext cx="464832" cy="464832"/>
            </a:xfrm>
            <a:prstGeom prst="rect">
              <a:avLst/>
            </a:prstGeom>
          </p:spPr>
        </p:pic>
        <p:cxnSp>
          <p:nvCxnSpPr>
            <p:cNvPr id="71" name="Straight Arrow Connector 70">
              <a:extLst>
                <a:ext uri="{FF2B5EF4-FFF2-40B4-BE49-F238E27FC236}">
                  <a16:creationId xmlns:a16="http://schemas.microsoft.com/office/drawing/2014/main" id="{AD9D3BBA-2087-FC9F-BB16-CBB63B32B831}"/>
                </a:ext>
              </a:extLst>
            </p:cNvPr>
            <p:cNvCxnSpPr>
              <a:cxnSpLocks/>
            </p:cNvCxnSpPr>
            <p:nvPr/>
          </p:nvCxnSpPr>
          <p:spPr>
            <a:xfrm>
              <a:off x="1886458" y="1597695"/>
              <a:ext cx="2212932" cy="0"/>
            </a:xfrm>
            <a:prstGeom prst="straightConnector1">
              <a:avLst/>
            </a:prstGeom>
            <a:ln w="38100">
              <a:solidFill>
                <a:srgbClr val="EDA92E"/>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9D2CEDE9-F163-13AD-2F4A-E42B0941D02E}"/>
              </a:ext>
            </a:extLst>
          </p:cNvPr>
          <p:cNvGrpSpPr/>
          <p:nvPr/>
        </p:nvGrpSpPr>
        <p:grpSpPr>
          <a:xfrm>
            <a:off x="1129847" y="3718974"/>
            <a:ext cx="6277416" cy="759469"/>
            <a:chOff x="1129847" y="3718974"/>
            <a:chExt cx="6277416" cy="759469"/>
          </a:xfrm>
        </p:grpSpPr>
        <p:sp>
          <p:nvSpPr>
            <p:cNvPr id="40" name="TextBox 39">
              <a:extLst>
                <a:ext uri="{FF2B5EF4-FFF2-40B4-BE49-F238E27FC236}">
                  <a16:creationId xmlns:a16="http://schemas.microsoft.com/office/drawing/2014/main" id="{CAF26977-376E-8653-6AA8-DE86FF6B23D7}"/>
                </a:ext>
              </a:extLst>
            </p:cNvPr>
            <p:cNvSpPr txBox="1"/>
            <p:nvPr/>
          </p:nvSpPr>
          <p:spPr>
            <a:xfrm>
              <a:off x="4914411" y="3998303"/>
              <a:ext cx="2492852" cy="369332"/>
            </a:xfrm>
            <a:prstGeom prst="rect">
              <a:avLst/>
            </a:prstGeom>
            <a:noFill/>
          </p:spPr>
          <p:txBody>
            <a:bodyPr wrap="square">
              <a:spAutoFit/>
            </a:bodyPr>
            <a:lstStyle/>
            <a:p>
              <a:r>
                <a:rPr lang="en-GB" dirty="0">
                  <a:latin typeface="Abadi" panose="020B0604020104020204" pitchFamily="34" charset="0"/>
                </a:rPr>
                <a:t>Motorsport enthusiasts</a:t>
              </a:r>
            </a:p>
          </p:txBody>
        </p:sp>
        <p:sp>
          <p:nvSpPr>
            <p:cNvPr id="49" name="TextBox 48">
              <a:extLst>
                <a:ext uri="{FF2B5EF4-FFF2-40B4-BE49-F238E27FC236}">
                  <a16:creationId xmlns:a16="http://schemas.microsoft.com/office/drawing/2014/main" id="{BD72CAC7-7CE0-9630-D8CD-CA045984281F}"/>
                </a:ext>
              </a:extLst>
            </p:cNvPr>
            <p:cNvSpPr txBox="1"/>
            <p:nvPr/>
          </p:nvSpPr>
          <p:spPr>
            <a:xfrm>
              <a:off x="4215033" y="3896793"/>
              <a:ext cx="640080" cy="523220"/>
            </a:xfrm>
            <a:prstGeom prst="rect">
              <a:avLst/>
            </a:prstGeom>
            <a:noFill/>
            <a:ln>
              <a:noFill/>
            </a:ln>
          </p:spPr>
          <p:txBody>
            <a:bodyPr wrap="square" rtlCol="0">
              <a:spAutoFit/>
            </a:bodyPr>
            <a:lstStyle/>
            <a:p>
              <a:r>
                <a:rPr lang="it-IT" sz="28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rPr>
                <a:t>04</a:t>
              </a:r>
              <a:endParaRPr lang="en-US" sz="32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0" name="Oval 49">
              <a:extLst>
                <a:ext uri="{FF2B5EF4-FFF2-40B4-BE49-F238E27FC236}">
                  <a16:creationId xmlns:a16="http://schemas.microsoft.com/office/drawing/2014/main" id="{1A2A8DEF-608E-1829-F5FD-67726FA8AEA8}"/>
                </a:ext>
              </a:extLst>
            </p:cNvPr>
            <p:cNvSpPr/>
            <p:nvPr/>
          </p:nvSpPr>
          <p:spPr>
            <a:xfrm>
              <a:off x="4195881" y="3838363"/>
              <a:ext cx="640080" cy="640080"/>
            </a:xfrm>
            <a:prstGeom prst="ellipse">
              <a:avLst/>
            </a:prstGeom>
            <a:noFill/>
            <a:ln w="57150">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A8052FA-14A3-BA8E-AF22-A3F73539F023}"/>
                </a:ext>
              </a:extLst>
            </p:cNvPr>
            <p:cNvSpPr/>
            <p:nvPr/>
          </p:nvSpPr>
          <p:spPr>
            <a:xfrm>
              <a:off x="1129847" y="3718974"/>
              <a:ext cx="640080" cy="640080"/>
            </a:xfrm>
            <a:prstGeom prst="ellipse">
              <a:avLst/>
            </a:prstGeom>
            <a:noFill/>
            <a:ln w="5715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c 57" descr="Race Flag with solid fill">
              <a:extLst>
                <a:ext uri="{FF2B5EF4-FFF2-40B4-BE49-F238E27FC236}">
                  <a16:creationId xmlns:a16="http://schemas.microsoft.com/office/drawing/2014/main" id="{4DB73B3B-D26B-6D3F-D60D-5FB33E1921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0077" y="3780064"/>
              <a:ext cx="534182" cy="534182"/>
            </a:xfrm>
            <a:prstGeom prst="rect">
              <a:avLst/>
            </a:prstGeom>
          </p:spPr>
        </p:pic>
        <p:cxnSp>
          <p:nvCxnSpPr>
            <p:cNvPr id="74" name="Straight Arrow Connector 73">
              <a:extLst>
                <a:ext uri="{FF2B5EF4-FFF2-40B4-BE49-F238E27FC236}">
                  <a16:creationId xmlns:a16="http://schemas.microsoft.com/office/drawing/2014/main" id="{9602CED1-FC59-E30B-8E10-69ED8B257763}"/>
                </a:ext>
              </a:extLst>
            </p:cNvPr>
            <p:cNvCxnSpPr/>
            <p:nvPr/>
          </p:nvCxnSpPr>
          <p:spPr>
            <a:xfrm>
              <a:off x="1982154" y="4123979"/>
              <a:ext cx="2117236" cy="0"/>
            </a:xfrm>
            <a:prstGeom prst="straightConnector1">
              <a:avLst/>
            </a:prstGeom>
            <a:ln w="38100">
              <a:solidFill>
                <a:srgbClr val="EDA92E"/>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 name="Group 4">
            <a:extLst>
              <a:ext uri="{FF2B5EF4-FFF2-40B4-BE49-F238E27FC236}">
                <a16:creationId xmlns:a16="http://schemas.microsoft.com/office/drawing/2014/main" id="{08E2031F-34D4-D6DB-4E3D-E20B70FF5FDE}"/>
              </a:ext>
            </a:extLst>
          </p:cNvPr>
          <p:cNvGrpSpPr/>
          <p:nvPr/>
        </p:nvGrpSpPr>
        <p:grpSpPr>
          <a:xfrm>
            <a:off x="1789079" y="2073836"/>
            <a:ext cx="6726270" cy="783197"/>
            <a:chOff x="1789079" y="2073836"/>
            <a:chExt cx="6726270" cy="783197"/>
          </a:xfrm>
        </p:grpSpPr>
        <p:sp>
          <p:nvSpPr>
            <p:cNvPr id="45" name="TextBox 44">
              <a:extLst>
                <a:ext uri="{FF2B5EF4-FFF2-40B4-BE49-F238E27FC236}">
                  <a16:creationId xmlns:a16="http://schemas.microsoft.com/office/drawing/2014/main" id="{35D11A5C-35B6-50B0-7037-AD6CABBE5995}"/>
                </a:ext>
              </a:extLst>
            </p:cNvPr>
            <p:cNvSpPr txBox="1"/>
            <p:nvPr/>
          </p:nvSpPr>
          <p:spPr>
            <a:xfrm>
              <a:off x="4197101" y="2169991"/>
              <a:ext cx="640080" cy="523220"/>
            </a:xfrm>
            <a:prstGeom prst="rect">
              <a:avLst/>
            </a:prstGeom>
            <a:noFill/>
            <a:ln>
              <a:noFill/>
            </a:ln>
          </p:spPr>
          <p:txBody>
            <a:bodyPr wrap="square" rtlCol="0">
              <a:spAutoFit/>
            </a:bodyPr>
            <a:lstStyle/>
            <a:p>
              <a:r>
                <a:rPr lang="it-IT" sz="28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rPr>
                <a:t>02</a:t>
              </a:r>
              <a:endParaRPr lang="en-US" sz="32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6" name="Oval 45">
              <a:extLst>
                <a:ext uri="{FF2B5EF4-FFF2-40B4-BE49-F238E27FC236}">
                  <a16:creationId xmlns:a16="http://schemas.microsoft.com/office/drawing/2014/main" id="{C6BF047C-6BED-112E-4FB9-DF90125A1402}"/>
                </a:ext>
              </a:extLst>
            </p:cNvPr>
            <p:cNvSpPr/>
            <p:nvPr/>
          </p:nvSpPr>
          <p:spPr>
            <a:xfrm>
              <a:off x="4177949" y="2111561"/>
              <a:ext cx="640080" cy="640080"/>
            </a:xfrm>
            <a:prstGeom prst="ellipse">
              <a:avLst/>
            </a:prstGeom>
            <a:noFill/>
            <a:ln w="57150">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7609F1E5-BA8D-CCB3-A682-E5FA7B289E26}"/>
                </a:ext>
              </a:extLst>
            </p:cNvPr>
            <p:cNvSpPr txBox="1"/>
            <p:nvPr/>
          </p:nvSpPr>
          <p:spPr>
            <a:xfrm>
              <a:off x="4914410" y="2268321"/>
              <a:ext cx="3600939" cy="369332"/>
            </a:xfrm>
            <a:prstGeom prst="rect">
              <a:avLst/>
            </a:prstGeom>
            <a:noFill/>
          </p:spPr>
          <p:txBody>
            <a:bodyPr wrap="square">
              <a:spAutoFit/>
            </a:bodyPr>
            <a:lstStyle/>
            <a:p>
              <a:r>
                <a:rPr lang="en-GB" dirty="0">
                  <a:latin typeface="Abadi" panose="020B0604020104020204" pitchFamily="34" charset="0"/>
                </a:rPr>
                <a:t>Middle to upper classes in Zambia</a:t>
              </a:r>
            </a:p>
          </p:txBody>
        </p:sp>
        <p:cxnSp>
          <p:nvCxnSpPr>
            <p:cNvPr id="22" name="Straight Connector 21">
              <a:extLst>
                <a:ext uri="{FF2B5EF4-FFF2-40B4-BE49-F238E27FC236}">
                  <a16:creationId xmlns:a16="http://schemas.microsoft.com/office/drawing/2014/main" id="{8E0AB805-A277-AE5B-345C-3B40352F1040}"/>
                </a:ext>
              </a:extLst>
            </p:cNvPr>
            <p:cNvCxnSpPr>
              <a:cxnSpLocks/>
            </p:cNvCxnSpPr>
            <p:nvPr/>
          </p:nvCxnSpPr>
          <p:spPr>
            <a:xfrm>
              <a:off x="1789079" y="2857033"/>
              <a:ext cx="969572" cy="0"/>
            </a:xfrm>
            <a:prstGeom prst="line">
              <a:avLst/>
            </a:prstGeom>
            <a:ln w="76200">
              <a:solidFill>
                <a:srgbClr val="C66D2B"/>
              </a:solidFill>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53AFC323-8AD5-1468-9C07-0A5F1B66FB56}"/>
                </a:ext>
              </a:extLst>
            </p:cNvPr>
            <p:cNvSpPr/>
            <p:nvPr/>
          </p:nvSpPr>
          <p:spPr>
            <a:xfrm>
              <a:off x="1886458" y="2073836"/>
              <a:ext cx="640080" cy="640080"/>
            </a:xfrm>
            <a:prstGeom prst="ellipse">
              <a:avLst/>
            </a:prstGeom>
            <a:noFill/>
            <a:ln w="5715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c 59" descr="Tie with solid fill">
              <a:extLst>
                <a:ext uri="{FF2B5EF4-FFF2-40B4-BE49-F238E27FC236}">
                  <a16:creationId xmlns:a16="http://schemas.microsoft.com/office/drawing/2014/main" id="{190482BC-0D16-5B5D-437D-D0EF4E9F19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82154" y="2169128"/>
              <a:ext cx="448687" cy="448687"/>
            </a:xfrm>
            <a:prstGeom prst="rect">
              <a:avLst/>
            </a:prstGeom>
          </p:spPr>
        </p:pic>
        <p:cxnSp>
          <p:nvCxnSpPr>
            <p:cNvPr id="75" name="Straight Arrow Connector 74">
              <a:extLst>
                <a:ext uri="{FF2B5EF4-FFF2-40B4-BE49-F238E27FC236}">
                  <a16:creationId xmlns:a16="http://schemas.microsoft.com/office/drawing/2014/main" id="{C6F26217-8631-59D6-6200-2954023DDD24}"/>
                </a:ext>
              </a:extLst>
            </p:cNvPr>
            <p:cNvCxnSpPr>
              <a:cxnSpLocks/>
            </p:cNvCxnSpPr>
            <p:nvPr/>
          </p:nvCxnSpPr>
          <p:spPr>
            <a:xfrm>
              <a:off x="2612402" y="2431601"/>
              <a:ext cx="1486988" cy="0"/>
            </a:xfrm>
            <a:prstGeom prst="straightConnector1">
              <a:avLst/>
            </a:prstGeom>
            <a:ln w="38100">
              <a:solidFill>
                <a:srgbClr val="EDA92E"/>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14DC1B2-27BD-DC3F-A209-056F6DF61E95}"/>
              </a:ext>
            </a:extLst>
          </p:cNvPr>
          <p:cNvGrpSpPr/>
          <p:nvPr/>
        </p:nvGrpSpPr>
        <p:grpSpPr>
          <a:xfrm>
            <a:off x="1854565" y="2969063"/>
            <a:ext cx="5708446" cy="697453"/>
            <a:chOff x="1854565" y="2969063"/>
            <a:chExt cx="5708446" cy="697453"/>
          </a:xfrm>
        </p:grpSpPr>
        <p:sp>
          <p:nvSpPr>
            <p:cNvPr id="47" name="TextBox 46">
              <a:extLst>
                <a:ext uri="{FF2B5EF4-FFF2-40B4-BE49-F238E27FC236}">
                  <a16:creationId xmlns:a16="http://schemas.microsoft.com/office/drawing/2014/main" id="{39E832A1-BDC3-92B1-7FA5-CCC91DC313E0}"/>
                </a:ext>
              </a:extLst>
            </p:cNvPr>
            <p:cNvSpPr txBox="1"/>
            <p:nvPr/>
          </p:nvSpPr>
          <p:spPr>
            <a:xfrm>
              <a:off x="4197101" y="3027493"/>
              <a:ext cx="640079" cy="523220"/>
            </a:xfrm>
            <a:prstGeom prst="rect">
              <a:avLst/>
            </a:prstGeom>
            <a:noFill/>
            <a:ln>
              <a:noFill/>
            </a:ln>
          </p:spPr>
          <p:txBody>
            <a:bodyPr wrap="square" rtlCol="0">
              <a:spAutoFit/>
            </a:bodyPr>
            <a:lstStyle/>
            <a:p>
              <a:r>
                <a:rPr lang="it-IT" sz="28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rPr>
                <a:t>03</a:t>
              </a:r>
              <a:endParaRPr lang="en-US" sz="3200" dirty="0">
                <a:solidFill>
                  <a:srgbClr val="EDA92E"/>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8" name="Oval 47">
              <a:extLst>
                <a:ext uri="{FF2B5EF4-FFF2-40B4-BE49-F238E27FC236}">
                  <a16:creationId xmlns:a16="http://schemas.microsoft.com/office/drawing/2014/main" id="{9F9155C2-702A-F7B6-D6E8-7536A7FDA614}"/>
                </a:ext>
              </a:extLst>
            </p:cNvPr>
            <p:cNvSpPr/>
            <p:nvPr/>
          </p:nvSpPr>
          <p:spPr>
            <a:xfrm>
              <a:off x="4179332" y="2969063"/>
              <a:ext cx="640080" cy="640080"/>
            </a:xfrm>
            <a:prstGeom prst="ellipse">
              <a:avLst/>
            </a:prstGeom>
            <a:noFill/>
            <a:ln w="57150">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02AD2151-FC72-FF40-80AF-DFE8FB7F58B1}"/>
                </a:ext>
              </a:extLst>
            </p:cNvPr>
            <p:cNvSpPr txBox="1"/>
            <p:nvPr/>
          </p:nvSpPr>
          <p:spPr>
            <a:xfrm>
              <a:off x="4914411" y="3104437"/>
              <a:ext cx="2648600" cy="369332"/>
            </a:xfrm>
            <a:prstGeom prst="rect">
              <a:avLst/>
            </a:prstGeom>
            <a:noFill/>
          </p:spPr>
          <p:txBody>
            <a:bodyPr wrap="square">
              <a:spAutoFit/>
            </a:bodyPr>
            <a:lstStyle/>
            <a:p>
              <a:r>
                <a:rPr lang="en-GB" dirty="0">
                  <a:latin typeface="Abadi" panose="020B0604020104020204" pitchFamily="34" charset="0"/>
                </a:rPr>
                <a:t>Mechanics and Engineers</a:t>
              </a:r>
            </a:p>
          </p:txBody>
        </p:sp>
        <p:sp>
          <p:nvSpPr>
            <p:cNvPr id="36" name="Oval 35">
              <a:extLst>
                <a:ext uri="{FF2B5EF4-FFF2-40B4-BE49-F238E27FC236}">
                  <a16:creationId xmlns:a16="http://schemas.microsoft.com/office/drawing/2014/main" id="{4F083BFA-81AE-F8C9-BBFC-3A082F9F3B3D}"/>
                </a:ext>
              </a:extLst>
            </p:cNvPr>
            <p:cNvSpPr/>
            <p:nvPr/>
          </p:nvSpPr>
          <p:spPr>
            <a:xfrm>
              <a:off x="1854565" y="3026436"/>
              <a:ext cx="640080" cy="640080"/>
            </a:xfrm>
            <a:prstGeom prst="ellipse">
              <a:avLst/>
            </a:prstGeom>
            <a:noFill/>
            <a:ln w="5715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Graphic 55" descr="Tools with solid fill">
              <a:extLst>
                <a:ext uri="{FF2B5EF4-FFF2-40B4-BE49-F238E27FC236}">
                  <a16:creationId xmlns:a16="http://schemas.microsoft.com/office/drawing/2014/main" id="{5652FAB0-FB11-80A9-94C8-3B38747D45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74569" y="3151047"/>
              <a:ext cx="419193" cy="419193"/>
            </a:xfrm>
            <a:prstGeom prst="rect">
              <a:avLst/>
            </a:prstGeom>
          </p:spPr>
        </p:pic>
        <p:cxnSp>
          <p:nvCxnSpPr>
            <p:cNvPr id="77" name="Straight Arrow Connector 76">
              <a:extLst>
                <a:ext uri="{FF2B5EF4-FFF2-40B4-BE49-F238E27FC236}">
                  <a16:creationId xmlns:a16="http://schemas.microsoft.com/office/drawing/2014/main" id="{7E43CB3A-3F4D-784B-859F-73596C6BD290}"/>
                </a:ext>
              </a:extLst>
            </p:cNvPr>
            <p:cNvCxnSpPr>
              <a:cxnSpLocks/>
            </p:cNvCxnSpPr>
            <p:nvPr/>
          </p:nvCxnSpPr>
          <p:spPr>
            <a:xfrm>
              <a:off x="2612402" y="3289103"/>
              <a:ext cx="1486988" cy="0"/>
            </a:xfrm>
            <a:prstGeom prst="straightConnector1">
              <a:avLst/>
            </a:prstGeom>
            <a:ln w="38100">
              <a:solidFill>
                <a:srgbClr val="EDA92E"/>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3270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564D4B7A-3C49-189D-EAA4-E2C50EABF1CF}"/>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F7CDCFDF-6D97-28C2-D782-5E4C02DF6FAA}"/>
              </a:ext>
            </a:extLst>
          </p:cNvPr>
          <p:cNvSpPr>
            <a:spLocks noGrp="1"/>
          </p:cNvSpPr>
          <p:nvPr>
            <p:ph type="title"/>
          </p:nvPr>
        </p:nvSpPr>
        <p:spPr>
          <a:xfrm>
            <a:off x="431625" y="125501"/>
            <a:ext cx="7886700" cy="994172"/>
          </a:xfrm>
        </p:spPr>
        <p:txBody>
          <a:bodyPr/>
          <a:lstStyle/>
          <a:p>
            <a:r>
              <a:rPr lang="it-IT" b="1" dirty="0"/>
              <a:t>MARKET SIZE</a:t>
            </a:r>
            <a:endParaRPr lang="en-US" b="1" dirty="0"/>
          </a:p>
        </p:txBody>
      </p:sp>
      <p:sp>
        <p:nvSpPr>
          <p:cNvPr id="4" name="Oval 3">
            <a:extLst>
              <a:ext uri="{FF2B5EF4-FFF2-40B4-BE49-F238E27FC236}">
                <a16:creationId xmlns:a16="http://schemas.microsoft.com/office/drawing/2014/main" id="{B825D9EE-263E-806B-9964-C7C111FB894A}"/>
              </a:ext>
            </a:extLst>
          </p:cNvPr>
          <p:cNvSpPr/>
          <p:nvPr/>
        </p:nvSpPr>
        <p:spPr>
          <a:xfrm>
            <a:off x="2683335" y="1251828"/>
            <a:ext cx="3383280" cy="338328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72B4886-DF69-16BF-F995-E59BDE92A8AE}"/>
              </a:ext>
            </a:extLst>
          </p:cNvPr>
          <p:cNvSpPr/>
          <p:nvPr/>
        </p:nvSpPr>
        <p:spPr>
          <a:xfrm>
            <a:off x="3003375" y="1891908"/>
            <a:ext cx="2743200" cy="2743200"/>
          </a:xfrm>
          <a:prstGeom prst="ellipse">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FFD8A0-D0E2-CC41-BAD0-A32A0B391941}"/>
              </a:ext>
            </a:extLst>
          </p:cNvPr>
          <p:cNvSpPr/>
          <p:nvPr/>
        </p:nvSpPr>
        <p:spPr>
          <a:xfrm>
            <a:off x="3369135" y="2623428"/>
            <a:ext cx="2011680" cy="201168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339C734-7D84-24E0-AB83-60D3B4343571}"/>
              </a:ext>
            </a:extLst>
          </p:cNvPr>
          <p:cNvGrpSpPr/>
          <p:nvPr/>
        </p:nvGrpSpPr>
        <p:grpSpPr>
          <a:xfrm>
            <a:off x="4031789" y="2073002"/>
            <a:ext cx="4534074" cy="833713"/>
            <a:chOff x="4031789" y="2073002"/>
            <a:chExt cx="4534074" cy="833713"/>
          </a:xfrm>
        </p:grpSpPr>
        <p:sp>
          <p:nvSpPr>
            <p:cNvPr id="14" name="TextBox 13">
              <a:extLst>
                <a:ext uri="{FF2B5EF4-FFF2-40B4-BE49-F238E27FC236}">
                  <a16:creationId xmlns:a16="http://schemas.microsoft.com/office/drawing/2014/main" id="{3998032A-EBFF-40E0-3CBB-EC4450A0DE0E}"/>
                </a:ext>
              </a:extLst>
            </p:cNvPr>
            <p:cNvSpPr txBox="1"/>
            <p:nvPr/>
          </p:nvSpPr>
          <p:spPr>
            <a:xfrm>
              <a:off x="6548285" y="2106496"/>
              <a:ext cx="2017578" cy="800219"/>
            </a:xfrm>
            <a:prstGeom prst="rect">
              <a:avLst/>
            </a:prstGeom>
            <a:noFill/>
          </p:spPr>
          <p:txBody>
            <a:bodyPr wrap="square">
              <a:spAutoFit/>
            </a:bodyPr>
            <a:lstStyle/>
            <a:p>
              <a:pPr algn="ctr"/>
              <a:r>
                <a:rPr lang="en-US" sz="1600" b="1" dirty="0">
                  <a:latin typeface="Abadi" panose="020B0604020104020204" pitchFamily="34" charset="0"/>
                </a:rPr>
                <a:t>SAM: </a:t>
              </a:r>
              <a:r>
                <a:rPr lang="en-US" sz="1600" dirty="0">
                  <a:latin typeface="Abadi" panose="020B0604020104020204" pitchFamily="34" charset="0"/>
                </a:rPr>
                <a:t>Middle-upper class adults</a:t>
              </a:r>
            </a:p>
            <a:p>
              <a:pPr algn="ctr"/>
              <a:endParaRPr lang="en-US" sz="1400" b="1" dirty="0">
                <a:latin typeface="Abadi" panose="020B0604020104020204" pitchFamily="34" charset="0"/>
              </a:endParaRPr>
            </a:p>
          </p:txBody>
        </p:sp>
        <p:sp>
          <p:nvSpPr>
            <p:cNvPr id="18" name="TextBox 17">
              <a:extLst>
                <a:ext uri="{FF2B5EF4-FFF2-40B4-BE49-F238E27FC236}">
                  <a16:creationId xmlns:a16="http://schemas.microsoft.com/office/drawing/2014/main" id="{C8092DBF-6140-0B6D-DEE6-572064BC4D93}"/>
                </a:ext>
              </a:extLst>
            </p:cNvPr>
            <p:cNvSpPr txBox="1"/>
            <p:nvPr/>
          </p:nvSpPr>
          <p:spPr>
            <a:xfrm>
              <a:off x="4031789" y="2073002"/>
              <a:ext cx="686370" cy="369332"/>
            </a:xfrm>
            <a:prstGeom prst="rect">
              <a:avLst/>
            </a:prstGeom>
            <a:noFill/>
          </p:spPr>
          <p:txBody>
            <a:bodyPr wrap="square" rtlCol="0">
              <a:spAutoFit/>
            </a:bodyPr>
            <a:lstStyle/>
            <a:p>
              <a:r>
                <a:rPr lang="it-IT" dirty="0">
                  <a:latin typeface="ADLaM Display" panose="02010000000000000000" pitchFamily="2" charset="0"/>
                  <a:ea typeface="ADLaM Display" panose="02010000000000000000" pitchFamily="2" charset="0"/>
                  <a:cs typeface="ADLaM Display" panose="02010000000000000000" pitchFamily="2" charset="0"/>
                </a:rPr>
                <a:t>46M</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20" name="Straight Arrow Connector 19">
              <a:extLst>
                <a:ext uri="{FF2B5EF4-FFF2-40B4-BE49-F238E27FC236}">
                  <a16:creationId xmlns:a16="http://schemas.microsoft.com/office/drawing/2014/main" id="{995119C9-1545-58FD-5A0E-6891083E0E54}"/>
                </a:ext>
              </a:extLst>
            </p:cNvPr>
            <p:cNvCxnSpPr>
              <a:cxnSpLocks/>
              <a:stCxn id="18" idx="3"/>
            </p:cNvCxnSpPr>
            <p:nvPr/>
          </p:nvCxnSpPr>
          <p:spPr>
            <a:xfrm>
              <a:off x="4718159" y="2257668"/>
              <a:ext cx="191861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E9CF8A10-462C-B71A-B244-D1A65A582FAB}"/>
              </a:ext>
            </a:extLst>
          </p:cNvPr>
          <p:cNvGrpSpPr/>
          <p:nvPr/>
        </p:nvGrpSpPr>
        <p:grpSpPr>
          <a:xfrm>
            <a:off x="677621" y="3444602"/>
            <a:ext cx="4018747" cy="800219"/>
            <a:chOff x="677621" y="3444602"/>
            <a:chExt cx="4018747" cy="800219"/>
          </a:xfrm>
        </p:grpSpPr>
        <p:sp>
          <p:nvSpPr>
            <p:cNvPr id="17" name="TextBox 16">
              <a:extLst>
                <a:ext uri="{FF2B5EF4-FFF2-40B4-BE49-F238E27FC236}">
                  <a16:creationId xmlns:a16="http://schemas.microsoft.com/office/drawing/2014/main" id="{F934771B-C945-1D7D-3FA3-EAB0725A5CE4}"/>
                </a:ext>
              </a:extLst>
            </p:cNvPr>
            <p:cNvSpPr txBox="1"/>
            <p:nvPr/>
          </p:nvSpPr>
          <p:spPr>
            <a:xfrm>
              <a:off x="677621" y="3444602"/>
              <a:ext cx="1753012" cy="800219"/>
            </a:xfrm>
            <a:prstGeom prst="rect">
              <a:avLst/>
            </a:prstGeom>
            <a:noFill/>
          </p:spPr>
          <p:txBody>
            <a:bodyPr wrap="square">
              <a:spAutoFit/>
            </a:bodyPr>
            <a:lstStyle/>
            <a:p>
              <a:pPr algn="ctr"/>
              <a:r>
                <a:rPr lang="en-US" sz="1600" b="1" dirty="0">
                  <a:latin typeface="Abadi" panose="020B0604020104020204" pitchFamily="34" charset="0"/>
                </a:rPr>
                <a:t>SOM: </a:t>
              </a:r>
              <a:r>
                <a:rPr lang="en-US" sz="1600" dirty="0">
                  <a:latin typeface="Abadi" panose="020B0604020104020204" pitchFamily="34" charset="0"/>
                </a:rPr>
                <a:t>Motorsport enthusiasts</a:t>
              </a:r>
            </a:p>
            <a:p>
              <a:pPr algn="ctr"/>
              <a:endParaRPr lang="en-US" sz="1400" dirty="0">
                <a:latin typeface="Abadi" panose="020B0604020104020204" pitchFamily="34" charset="0"/>
              </a:endParaRPr>
            </a:p>
          </p:txBody>
        </p:sp>
        <p:sp>
          <p:nvSpPr>
            <p:cNvPr id="19" name="TextBox 18">
              <a:extLst>
                <a:ext uri="{FF2B5EF4-FFF2-40B4-BE49-F238E27FC236}">
                  <a16:creationId xmlns:a16="http://schemas.microsoft.com/office/drawing/2014/main" id="{DB7F766F-29AE-3518-30E2-133118D23A9E}"/>
                </a:ext>
              </a:extLst>
            </p:cNvPr>
            <p:cNvSpPr txBox="1"/>
            <p:nvPr/>
          </p:nvSpPr>
          <p:spPr>
            <a:xfrm>
              <a:off x="4053580" y="3444602"/>
              <a:ext cx="642788" cy="369332"/>
            </a:xfrm>
            <a:prstGeom prst="rect">
              <a:avLst/>
            </a:prstGeom>
            <a:noFill/>
          </p:spPr>
          <p:txBody>
            <a:bodyPr wrap="square" rtlCol="0">
              <a:spAutoFit/>
            </a:bodyPr>
            <a:lstStyle/>
            <a:p>
              <a:r>
                <a:rPr lang="it-IT" dirty="0">
                  <a:latin typeface="ADLaM Display" panose="02010000000000000000" pitchFamily="2" charset="0"/>
                  <a:ea typeface="ADLaM Display" panose="02010000000000000000" pitchFamily="2" charset="0"/>
                  <a:cs typeface="ADLaM Display" panose="02010000000000000000" pitchFamily="2" charset="0"/>
                </a:rPr>
                <a:t>10M</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21" name="Straight Arrow Connector 20">
              <a:extLst>
                <a:ext uri="{FF2B5EF4-FFF2-40B4-BE49-F238E27FC236}">
                  <a16:creationId xmlns:a16="http://schemas.microsoft.com/office/drawing/2014/main" id="{93414375-FEB7-ABEC-451A-A4DB8B1B2400}"/>
                </a:ext>
              </a:extLst>
            </p:cNvPr>
            <p:cNvCxnSpPr>
              <a:cxnSpLocks/>
              <a:stCxn id="19" idx="1"/>
            </p:cNvCxnSpPr>
            <p:nvPr/>
          </p:nvCxnSpPr>
          <p:spPr>
            <a:xfrm flipH="1">
              <a:off x="2430633" y="3629268"/>
              <a:ext cx="162294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 name="Group 1">
            <a:extLst>
              <a:ext uri="{FF2B5EF4-FFF2-40B4-BE49-F238E27FC236}">
                <a16:creationId xmlns:a16="http://schemas.microsoft.com/office/drawing/2014/main" id="{EB430F37-C7F0-10E5-CD71-D512748A3436}"/>
              </a:ext>
            </a:extLst>
          </p:cNvPr>
          <p:cNvGrpSpPr/>
          <p:nvPr/>
        </p:nvGrpSpPr>
        <p:grpSpPr>
          <a:xfrm>
            <a:off x="676197" y="1387202"/>
            <a:ext cx="4105531" cy="835111"/>
            <a:chOff x="676197" y="1387202"/>
            <a:chExt cx="4105531" cy="835111"/>
          </a:xfrm>
        </p:grpSpPr>
        <p:sp>
          <p:nvSpPr>
            <p:cNvPr id="12" name="TextBox 11">
              <a:extLst>
                <a:ext uri="{FF2B5EF4-FFF2-40B4-BE49-F238E27FC236}">
                  <a16:creationId xmlns:a16="http://schemas.microsoft.com/office/drawing/2014/main" id="{0EF0E28F-19A1-245E-995C-C8391BA6080A}"/>
                </a:ext>
              </a:extLst>
            </p:cNvPr>
            <p:cNvSpPr txBox="1"/>
            <p:nvPr/>
          </p:nvSpPr>
          <p:spPr>
            <a:xfrm>
              <a:off x="676197" y="1391316"/>
              <a:ext cx="1846464" cy="830997"/>
            </a:xfrm>
            <a:prstGeom prst="rect">
              <a:avLst/>
            </a:prstGeom>
            <a:noFill/>
          </p:spPr>
          <p:txBody>
            <a:bodyPr wrap="square" rtlCol="0">
              <a:spAutoFit/>
            </a:bodyPr>
            <a:lstStyle/>
            <a:p>
              <a:pPr algn="ctr"/>
              <a:r>
                <a:rPr lang="en-US" sz="1600" b="1" dirty="0">
                  <a:latin typeface="Abadi" panose="020B0604020104020204" pitchFamily="34" charset="0"/>
                </a:rPr>
                <a:t>TAM: </a:t>
              </a:r>
              <a:r>
                <a:rPr lang="en-US" sz="1600" dirty="0">
                  <a:latin typeface="Abadi" panose="020B0604020104020204" pitchFamily="34" charset="0"/>
                </a:rPr>
                <a:t>Zambia and adjacent countries population</a:t>
              </a:r>
            </a:p>
          </p:txBody>
        </p:sp>
        <p:sp>
          <p:nvSpPr>
            <p:cNvPr id="8" name="TextBox 7">
              <a:extLst>
                <a:ext uri="{FF2B5EF4-FFF2-40B4-BE49-F238E27FC236}">
                  <a16:creationId xmlns:a16="http://schemas.microsoft.com/office/drawing/2014/main" id="{B4B55658-0339-5456-7139-8916E9B74050}"/>
                </a:ext>
              </a:extLst>
            </p:cNvPr>
            <p:cNvSpPr txBox="1"/>
            <p:nvPr/>
          </p:nvSpPr>
          <p:spPr>
            <a:xfrm>
              <a:off x="3968221" y="1387202"/>
              <a:ext cx="813507" cy="369332"/>
            </a:xfrm>
            <a:prstGeom prst="rect">
              <a:avLst/>
            </a:prstGeom>
            <a:noFill/>
          </p:spPr>
          <p:txBody>
            <a:bodyPr wrap="square" rtlCol="0">
              <a:spAutoFit/>
            </a:bodyPr>
            <a:lstStyle/>
            <a:p>
              <a:r>
                <a:rPr lang="it-IT" dirty="0">
                  <a:latin typeface="ADLaM Display" panose="02010000000000000000" pitchFamily="2" charset="0"/>
                  <a:ea typeface="ADLaM Display" panose="02010000000000000000" pitchFamily="2" charset="0"/>
                  <a:cs typeface="ADLaM Display" panose="02010000000000000000" pitchFamily="2" charset="0"/>
                </a:rPr>
                <a:t>230M</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 name="Straight Arrow Connector 10">
              <a:extLst>
                <a:ext uri="{FF2B5EF4-FFF2-40B4-BE49-F238E27FC236}">
                  <a16:creationId xmlns:a16="http://schemas.microsoft.com/office/drawing/2014/main" id="{2F2327CB-337D-F965-5BFF-12C959BABDFF}"/>
                </a:ext>
              </a:extLst>
            </p:cNvPr>
            <p:cNvCxnSpPr>
              <a:cxnSpLocks/>
              <a:stCxn id="8" idx="1"/>
            </p:cNvCxnSpPr>
            <p:nvPr/>
          </p:nvCxnSpPr>
          <p:spPr>
            <a:xfrm flipH="1">
              <a:off x="2430633" y="1571868"/>
              <a:ext cx="153758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8746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5925C474-5A8B-36B4-59F9-2C8AF2951E56}"/>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800B20B2-1E49-C2E1-C29F-CDAA6977649A}"/>
              </a:ext>
            </a:extLst>
          </p:cNvPr>
          <p:cNvSpPr>
            <a:spLocks noGrp="1"/>
          </p:cNvSpPr>
          <p:nvPr>
            <p:ph type="title"/>
          </p:nvPr>
        </p:nvSpPr>
        <p:spPr>
          <a:xfrm>
            <a:off x="431625" y="125501"/>
            <a:ext cx="7886700" cy="994172"/>
          </a:xfrm>
        </p:spPr>
        <p:txBody>
          <a:bodyPr/>
          <a:lstStyle/>
          <a:p>
            <a:r>
              <a:rPr lang="it-IT" b="1" dirty="0"/>
              <a:t>PARTNERSHIPS</a:t>
            </a:r>
            <a:endParaRPr lang="en-US" b="1" dirty="0"/>
          </a:p>
        </p:txBody>
      </p:sp>
      <p:sp>
        <p:nvSpPr>
          <p:cNvPr id="24" name="Rectangle 23">
            <a:extLst>
              <a:ext uri="{FF2B5EF4-FFF2-40B4-BE49-F238E27FC236}">
                <a16:creationId xmlns:a16="http://schemas.microsoft.com/office/drawing/2014/main" id="{FFB4F14B-4C5C-7C73-ECB6-CDC3B6CE8CE6}"/>
              </a:ext>
            </a:extLst>
          </p:cNvPr>
          <p:cNvSpPr/>
          <p:nvPr/>
        </p:nvSpPr>
        <p:spPr>
          <a:xfrm rot="5865800">
            <a:off x="2880467" y="1927923"/>
            <a:ext cx="1470046" cy="387589"/>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59C9A90-CCB3-6DD0-4AD7-0F6DF88A9E5A}"/>
              </a:ext>
            </a:extLst>
          </p:cNvPr>
          <p:cNvSpPr/>
          <p:nvPr/>
        </p:nvSpPr>
        <p:spPr>
          <a:xfrm rot="13065800">
            <a:off x="4944290" y="2517005"/>
            <a:ext cx="1635553" cy="387589"/>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99F9A65-9499-9947-6D4C-7B80DD4D2F15}"/>
              </a:ext>
            </a:extLst>
          </p:cNvPr>
          <p:cNvGrpSpPr/>
          <p:nvPr/>
        </p:nvGrpSpPr>
        <p:grpSpPr>
          <a:xfrm rot="20265800">
            <a:off x="3337878" y="995750"/>
            <a:ext cx="800256" cy="791251"/>
            <a:chOff x="3552015" y="1211113"/>
            <a:chExt cx="1645920" cy="1645920"/>
          </a:xfrm>
          <a:solidFill>
            <a:srgbClr val="EDA92E"/>
          </a:solidFill>
        </p:grpSpPr>
        <p:sp>
          <p:nvSpPr>
            <p:cNvPr id="10" name="Oval 9">
              <a:extLst>
                <a:ext uri="{FF2B5EF4-FFF2-40B4-BE49-F238E27FC236}">
                  <a16:creationId xmlns:a16="http://schemas.microsoft.com/office/drawing/2014/main" id="{8FD45DF3-C458-E27E-5824-8DC1CDD39D7D}"/>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F892E82-AFA1-7BB3-84E6-BC4E4A403EDB}"/>
                </a:ext>
              </a:extLst>
            </p:cNvPr>
            <p:cNvSpPr/>
            <p:nvPr/>
          </p:nvSpPr>
          <p:spPr>
            <a:xfrm>
              <a:off x="3643456" y="1302553"/>
              <a:ext cx="1463041"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Oval 17">
            <a:extLst>
              <a:ext uri="{FF2B5EF4-FFF2-40B4-BE49-F238E27FC236}">
                <a16:creationId xmlns:a16="http://schemas.microsoft.com/office/drawing/2014/main" id="{1C3A1680-3AEF-1C7A-CE1C-E49026FE5786}"/>
              </a:ext>
            </a:extLst>
          </p:cNvPr>
          <p:cNvSpPr/>
          <p:nvPr/>
        </p:nvSpPr>
        <p:spPr>
          <a:xfrm rot="20265800">
            <a:off x="3318509" y="1780324"/>
            <a:ext cx="2311852" cy="2284192"/>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D1ABA45-F90C-9BA7-DCF9-394B42F8A676}"/>
              </a:ext>
            </a:extLst>
          </p:cNvPr>
          <p:cNvSpPr/>
          <p:nvPr/>
        </p:nvSpPr>
        <p:spPr>
          <a:xfrm rot="20265800">
            <a:off x="3718637" y="2163276"/>
            <a:ext cx="1511596" cy="1518289"/>
          </a:xfrm>
          <a:prstGeom prst="ellipse">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15D86E9-201F-0586-9314-3C30EED6C657}"/>
              </a:ext>
            </a:extLst>
          </p:cNvPr>
          <p:cNvSpPr/>
          <p:nvPr/>
        </p:nvSpPr>
        <p:spPr>
          <a:xfrm rot="13065800">
            <a:off x="4838432" y="2638603"/>
            <a:ext cx="1002808" cy="59313"/>
          </a:xfrm>
          <a:prstGeom prst="rect">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35D5ED2-C1FD-61BC-9AFC-908B131B39D3}"/>
              </a:ext>
            </a:extLst>
          </p:cNvPr>
          <p:cNvSpPr/>
          <p:nvPr/>
        </p:nvSpPr>
        <p:spPr>
          <a:xfrm rot="20265800">
            <a:off x="3772580" y="3758666"/>
            <a:ext cx="1014951" cy="58604"/>
          </a:xfrm>
          <a:prstGeom prst="rect">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D4356E6-25C1-3524-1F9E-DDD586FBA364}"/>
              </a:ext>
            </a:extLst>
          </p:cNvPr>
          <p:cNvSpPr/>
          <p:nvPr/>
        </p:nvSpPr>
        <p:spPr>
          <a:xfrm rot="20265800">
            <a:off x="3651979" y="3842256"/>
            <a:ext cx="1232470" cy="382952"/>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46D02B37-375E-949A-9C6D-334CA9E3E8C3}"/>
              </a:ext>
            </a:extLst>
          </p:cNvPr>
          <p:cNvGrpSpPr/>
          <p:nvPr/>
        </p:nvGrpSpPr>
        <p:grpSpPr>
          <a:xfrm rot="20265800">
            <a:off x="3114578" y="3922080"/>
            <a:ext cx="800256" cy="791251"/>
            <a:chOff x="3552015" y="1211113"/>
            <a:chExt cx="1645920" cy="1645920"/>
          </a:xfrm>
          <a:solidFill>
            <a:srgbClr val="EDA92E"/>
          </a:solidFill>
        </p:grpSpPr>
        <p:sp>
          <p:nvSpPr>
            <p:cNvPr id="14" name="Oval 13">
              <a:extLst>
                <a:ext uri="{FF2B5EF4-FFF2-40B4-BE49-F238E27FC236}">
                  <a16:creationId xmlns:a16="http://schemas.microsoft.com/office/drawing/2014/main" id="{C0701886-7741-A786-F9FE-5714BEDB7DDD}"/>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3FD81B0-9477-8D19-645B-3DD057005ACA}"/>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3EEBD0DA-D84A-E125-CDD5-3C625B0C6474}"/>
              </a:ext>
            </a:extLst>
          </p:cNvPr>
          <p:cNvSpPr/>
          <p:nvPr/>
        </p:nvSpPr>
        <p:spPr>
          <a:xfrm rot="5865800" flipV="1">
            <a:off x="3312883" y="2299483"/>
            <a:ext cx="1002808" cy="59313"/>
          </a:xfrm>
          <a:prstGeom prst="rect">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95EDE04-84A7-D748-0340-31CD18E9B37F}"/>
              </a:ext>
            </a:extLst>
          </p:cNvPr>
          <p:cNvGrpSpPr/>
          <p:nvPr/>
        </p:nvGrpSpPr>
        <p:grpSpPr>
          <a:xfrm rot="20265800">
            <a:off x="5794064" y="2672366"/>
            <a:ext cx="800256" cy="791251"/>
            <a:chOff x="3552015" y="1211113"/>
            <a:chExt cx="1645920" cy="1645920"/>
          </a:xfrm>
          <a:solidFill>
            <a:srgbClr val="EDA92E"/>
          </a:solidFill>
        </p:grpSpPr>
        <p:sp>
          <p:nvSpPr>
            <p:cNvPr id="28" name="Oval 27">
              <a:extLst>
                <a:ext uri="{FF2B5EF4-FFF2-40B4-BE49-F238E27FC236}">
                  <a16:creationId xmlns:a16="http://schemas.microsoft.com/office/drawing/2014/main" id="{2577605E-A55D-D789-83C3-145A682313A7}"/>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697D1D1-1C41-01FE-4A9A-977E92825AC2}"/>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c 29" descr="Handshake with solid fill">
            <a:extLst>
              <a:ext uri="{FF2B5EF4-FFF2-40B4-BE49-F238E27FC236}">
                <a16:creationId xmlns:a16="http://schemas.microsoft.com/office/drawing/2014/main" id="{98812363-018E-3CF0-2003-7B6560B298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7397" y="2331526"/>
            <a:ext cx="1254074" cy="1239069"/>
          </a:xfrm>
          <a:prstGeom prst="rect">
            <a:avLst/>
          </a:prstGeom>
        </p:spPr>
      </p:pic>
      <p:grpSp>
        <p:nvGrpSpPr>
          <p:cNvPr id="6" name="Group 5">
            <a:extLst>
              <a:ext uri="{FF2B5EF4-FFF2-40B4-BE49-F238E27FC236}">
                <a16:creationId xmlns:a16="http://schemas.microsoft.com/office/drawing/2014/main" id="{5C430DE2-0DCD-2FA6-4434-E0632496DC64}"/>
              </a:ext>
            </a:extLst>
          </p:cNvPr>
          <p:cNvGrpSpPr/>
          <p:nvPr/>
        </p:nvGrpSpPr>
        <p:grpSpPr>
          <a:xfrm>
            <a:off x="5918353" y="2841464"/>
            <a:ext cx="2270831" cy="512189"/>
            <a:chOff x="5918353" y="2841464"/>
            <a:chExt cx="2270831" cy="512189"/>
          </a:xfrm>
        </p:grpSpPr>
        <p:sp>
          <p:nvSpPr>
            <p:cNvPr id="32" name="TextBox 31">
              <a:extLst>
                <a:ext uri="{FF2B5EF4-FFF2-40B4-BE49-F238E27FC236}">
                  <a16:creationId xmlns:a16="http://schemas.microsoft.com/office/drawing/2014/main" id="{08A22A59-41C1-98E5-7DCB-F6932B25DB11}"/>
                </a:ext>
              </a:extLst>
            </p:cNvPr>
            <p:cNvSpPr txBox="1"/>
            <p:nvPr/>
          </p:nvSpPr>
          <p:spPr>
            <a:xfrm>
              <a:off x="5918353" y="2841464"/>
              <a:ext cx="646829" cy="512189"/>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02</a:t>
              </a:r>
              <a:endParaRPr lang="en-US"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2" name="TextBox 1">
              <a:extLst>
                <a:ext uri="{FF2B5EF4-FFF2-40B4-BE49-F238E27FC236}">
                  <a16:creationId xmlns:a16="http://schemas.microsoft.com/office/drawing/2014/main" id="{C6D0A615-B4D6-9A5D-AFD3-8EB288234A95}"/>
                </a:ext>
              </a:extLst>
            </p:cNvPr>
            <p:cNvSpPr txBox="1"/>
            <p:nvPr/>
          </p:nvSpPr>
          <p:spPr>
            <a:xfrm>
              <a:off x="6463987" y="2888654"/>
              <a:ext cx="1725197" cy="375605"/>
            </a:xfrm>
            <a:prstGeom prst="rect">
              <a:avLst/>
            </a:prstGeom>
            <a:noFill/>
          </p:spPr>
          <p:txBody>
            <a:bodyPr wrap="square">
              <a:spAutoFit/>
            </a:bodyPr>
            <a:lstStyle/>
            <a:p>
              <a:pPr algn="ctr"/>
              <a:r>
                <a:rPr lang="en-US" sz="1600" b="1" dirty="0">
                  <a:latin typeface="Abadi" panose="020B0604020104020204" pitchFamily="34" charset="0"/>
                </a:rPr>
                <a:t>Government</a:t>
              </a:r>
              <a:endParaRPr lang="en-US" sz="1600" dirty="0">
                <a:latin typeface="Abadi" panose="020B0604020104020204" pitchFamily="34" charset="0"/>
              </a:endParaRPr>
            </a:p>
          </p:txBody>
        </p:sp>
      </p:grpSp>
      <p:grpSp>
        <p:nvGrpSpPr>
          <p:cNvPr id="5" name="Group 4">
            <a:extLst>
              <a:ext uri="{FF2B5EF4-FFF2-40B4-BE49-F238E27FC236}">
                <a16:creationId xmlns:a16="http://schemas.microsoft.com/office/drawing/2014/main" id="{01DEEBFC-54DC-BBDE-2F49-A0A9E5550C43}"/>
              </a:ext>
            </a:extLst>
          </p:cNvPr>
          <p:cNvGrpSpPr/>
          <p:nvPr/>
        </p:nvGrpSpPr>
        <p:grpSpPr>
          <a:xfrm>
            <a:off x="3472482" y="1029306"/>
            <a:ext cx="2514095" cy="637472"/>
            <a:chOff x="3472482" y="1029306"/>
            <a:chExt cx="2514095" cy="637472"/>
          </a:xfrm>
        </p:grpSpPr>
        <p:sp>
          <p:nvSpPr>
            <p:cNvPr id="33" name="TextBox 32">
              <a:extLst>
                <a:ext uri="{FF2B5EF4-FFF2-40B4-BE49-F238E27FC236}">
                  <a16:creationId xmlns:a16="http://schemas.microsoft.com/office/drawing/2014/main" id="{E7463E72-A8F6-400D-3111-A9587C49C3F4}"/>
                </a:ext>
              </a:extLst>
            </p:cNvPr>
            <p:cNvSpPr txBox="1"/>
            <p:nvPr/>
          </p:nvSpPr>
          <p:spPr>
            <a:xfrm>
              <a:off x="3472482" y="1154589"/>
              <a:ext cx="579359" cy="512189"/>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01</a:t>
              </a:r>
              <a:endParaRPr lang="en-US" sz="20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3" name="TextBox 2">
              <a:extLst>
                <a:ext uri="{FF2B5EF4-FFF2-40B4-BE49-F238E27FC236}">
                  <a16:creationId xmlns:a16="http://schemas.microsoft.com/office/drawing/2014/main" id="{3C0F94FD-E485-8C9D-9BDF-EBD38D0BB836}"/>
                </a:ext>
              </a:extLst>
            </p:cNvPr>
            <p:cNvSpPr txBox="1"/>
            <p:nvPr/>
          </p:nvSpPr>
          <p:spPr>
            <a:xfrm>
              <a:off x="4034794" y="1029306"/>
              <a:ext cx="1951783" cy="584775"/>
            </a:xfrm>
            <a:prstGeom prst="rect">
              <a:avLst/>
            </a:prstGeom>
            <a:noFill/>
          </p:spPr>
          <p:txBody>
            <a:bodyPr wrap="square">
              <a:spAutoFit/>
            </a:bodyPr>
            <a:lstStyle/>
            <a:p>
              <a:pPr algn="ctr"/>
              <a:r>
                <a:rPr lang="en-US" sz="1600" b="1" dirty="0">
                  <a:latin typeface="Abadi" panose="020B0604020104020204" pitchFamily="34" charset="0"/>
                </a:rPr>
                <a:t>Local Industries and Universities</a:t>
              </a:r>
              <a:endParaRPr lang="en-US" sz="1600" dirty="0">
                <a:latin typeface="Abadi" panose="020B0604020104020204" pitchFamily="34" charset="0"/>
              </a:endParaRPr>
            </a:p>
          </p:txBody>
        </p:sp>
      </p:grpSp>
      <p:grpSp>
        <p:nvGrpSpPr>
          <p:cNvPr id="7" name="Group 6">
            <a:extLst>
              <a:ext uri="{FF2B5EF4-FFF2-40B4-BE49-F238E27FC236}">
                <a16:creationId xmlns:a16="http://schemas.microsoft.com/office/drawing/2014/main" id="{3D515921-4406-43A4-458B-B061CD6ABB43}"/>
              </a:ext>
            </a:extLst>
          </p:cNvPr>
          <p:cNvGrpSpPr/>
          <p:nvPr/>
        </p:nvGrpSpPr>
        <p:grpSpPr>
          <a:xfrm>
            <a:off x="1664531" y="4081618"/>
            <a:ext cx="2217177" cy="685644"/>
            <a:chOff x="1664531" y="4081618"/>
            <a:chExt cx="2217177" cy="685644"/>
          </a:xfrm>
        </p:grpSpPr>
        <p:sp>
          <p:nvSpPr>
            <p:cNvPr id="31" name="TextBox 30">
              <a:extLst>
                <a:ext uri="{FF2B5EF4-FFF2-40B4-BE49-F238E27FC236}">
                  <a16:creationId xmlns:a16="http://schemas.microsoft.com/office/drawing/2014/main" id="{3CDD0E5C-23F7-0ABC-2F5D-FC8864460AA4}"/>
                </a:ext>
              </a:extLst>
            </p:cNvPr>
            <p:cNvSpPr txBox="1"/>
            <p:nvPr/>
          </p:nvSpPr>
          <p:spPr>
            <a:xfrm>
              <a:off x="3234592" y="4081618"/>
              <a:ext cx="647116" cy="512189"/>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03</a:t>
              </a:r>
              <a:endParaRPr lang="en-US" sz="20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4" name="TextBox 3">
              <a:extLst>
                <a:ext uri="{FF2B5EF4-FFF2-40B4-BE49-F238E27FC236}">
                  <a16:creationId xmlns:a16="http://schemas.microsoft.com/office/drawing/2014/main" id="{EEE708C1-456E-FA15-322A-827601112370}"/>
                </a:ext>
              </a:extLst>
            </p:cNvPr>
            <p:cNvSpPr txBox="1"/>
            <p:nvPr/>
          </p:nvSpPr>
          <p:spPr>
            <a:xfrm>
              <a:off x="1664531" y="4152635"/>
              <a:ext cx="1725197" cy="614627"/>
            </a:xfrm>
            <a:prstGeom prst="rect">
              <a:avLst/>
            </a:prstGeom>
            <a:noFill/>
          </p:spPr>
          <p:txBody>
            <a:bodyPr wrap="square">
              <a:spAutoFit/>
            </a:bodyPr>
            <a:lstStyle/>
            <a:p>
              <a:pPr algn="ctr"/>
              <a:r>
                <a:rPr lang="en-US" sz="1600" b="1" dirty="0">
                  <a:latin typeface="Abadi" panose="020B0604020104020204" pitchFamily="34" charset="0"/>
                </a:rPr>
                <a:t>Sponsors</a:t>
              </a:r>
              <a:endParaRPr lang="en-US" sz="1600" dirty="0">
                <a:latin typeface="Abadi" panose="020B0604020104020204" pitchFamily="34" charset="0"/>
              </a:endParaRPr>
            </a:p>
            <a:p>
              <a:pPr algn="ctr"/>
              <a:endParaRPr lang="en-US" sz="1400" b="1" dirty="0">
                <a:latin typeface="Abadi" panose="020B0604020104020204" pitchFamily="34" charset="0"/>
              </a:endParaRPr>
            </a:p>
          </p:txBody>
        </p:sp>
      </p:grpSp>
    </p:spTree>
    <p:extLst>
      <p:ext uri="{BB962C8B-B14F-4D97-AF65-F5344CB8AC3E}">
        <p14:creationId xmlns:p14="http://schemas.microsoft.com/office/powerpoint/2010/main" val="335549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E74ADCDA-CED6-02D1-707C-993B6AE71ED0}"/>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B99BA7A3-3EA3-790C-9E24-847A9202D33C}"/>
              </a:ext>
            </a:extLst>
          </p:cNvPr>
          <p:cNvSpPr>
            <a:spLocks noGrp="1"/>
          </p:cNvSpPr>
          <p:nvPr>
            <p:ph type="title"/>
          </p:nvPr>
        </p:nvSpPr>
        <p:spPr>
          <a:xfrm>
            <a:off x="431625" y="125501"/>
            <a:ext cx="7886700" cy="994172"/>
          </a:xfrm>
        </p:spPr>
        <p:txBody>
          <a:bodyPr/>
          <a:lstStyle/>
          <a:p>
            <a:r>
              <a:rPr lang="it-IT" b="1" dirty="0"/>
              <a:t>RESILIENCE STRATEGIES</a:t>
            </a:r>
            <a:endParaRPr lang="en-US" b="1" dirty="0"/>
          </a:p>
        </p:txBody>
      </p:sp>
      <p:sp>
        <p:nvSpPr>
          <p:cNvPr id="5" name="Oval 4">
            <a:extLst>
              <a:ext uri="{FF2B5EF4-FFF2-40B4-BE49-F238E27FC236}">
                <a16:creationId xmlns:a16="http://schemas.microsoft.com/office/drawing/2014/main" id="{1E022457-A5D7-1D27-C478-393711A5E2E0}"/>
              </a:ext>
            </a:extLst>
          </p:cNvPr>
          <p:cNvSpPr/>
          <p:nvPr/>
        </p:nvSpPr>
        <p:spPr>
          <a:xfrm>
            <a:off x="3926868" y="1053997"/>
            <a:ext cx="1280160" cy="128016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Shield Tick with solid fill">
            <a:extLst>
              <a:ext uri="{FF2B5EF4-FFF2-40B4-BE49-F238E27FC236}">
                <a16:creationId xmlns:a16="http://schemas.microsoft.com/office/drawing/2014/main" id="{2730EF6E-8792-979C-6BA2-44392BA8C6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6066" y="1236500"/>
            <a:ext cx="914400" cy="914400"/>
          </a:xfrm>
          <a:prstGeom prst="rect">
            <a:avLst/>
          </a:prstGeom>
        </p:spPr>
      </p:pic>
      <p:grpSp>
        <p:nvGrpSpPr>
          <p:cNvPr id="2" name="Group 1">
            <a:extLst>
              <a:ext uri="{FF2B5EF4-FFF2-40B4-BE49-F238E27FC236}">
                <a16:creationId xmlns:a16="http://schemas.microsoft.com/office/drawing/2014/main" id="{BE111724-1EF5-CB2B-DAFF-C4BDF6713BCC}"/>
              </a:ext>
            </a:extLst>
          </p:cNvPr>
          <p:cNvGrpSpPr/>
          <p:nvPr/>
        </p:nvGrpSpPr>
        <p:grpSpPr>
          <a:xfrm>
            <a:off x="234319" y="1243697"/>
            <a:ext cx="3672146" cy="2253024"/>
            <a:chOff x="234319" y="1243697"/>
            <a:chExt cx="3672146" cy="2253024"/>
          </a:xfrm>
        </p:grpSpPr>
        <p:cxnSp>
          <p:nvCxnSpPr>
            <p:cNvPr id="19" name="Straight Connector 18">
              <a:extLst>
                <a:ext uri="{FF2B5EF4-FFF2-40B4-BE49-F238E27FC236}">
                  <a16:creationId xmlns:a16="http://schemas.microsoft.com/office/drawing/2014/main" id="{BA68F838-CE91-FA79-C66E-EA155F36D88B}"/>
                </a:ext>
              </a:extLst>
            </p:cNvPr>
            <p:cNvCxnSpPr>
              <a:cxnSpLocks/>
            </p:cNvCxnSpPr>
            <p:nvPr/>
          </p:nvCxnSpPr>
          <p:spPr>
            <a:xfrm>
              <a:off x="1173752" y="1364563"/>
              <a:ext cx="1" cy="15352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5DA1846C-E982-3E70-90E1-E75962CEE820}"/>
                </a:ext>
              </a:extLst>
            </p:cNvPr>
            <p:cNvGrpSpPr/>
            <p:nvPr/>
          </p:nvGrpSpPr>
          <p:grpSpPr>
            <a:xfrm>
              <a:off x="853712" y="1479861"/>
              <a:ext cx="640080" cy="640080"/>
              <a:chOff x="3552015" y="1211113"/>
              <a:chExt cx="1645920" cy="1645920"/>
            </a:xfrm>
            <a:solidFill>
              <a:srgbClr val="EDA92E"/>
            </a:solidFill>
          </p:grpSpPr>
          <p:sp>
            <p:nvSpPr>
              <p:cNvPr id="9" name="Oval 8">
                <a:extLst>
                  <a:ext uri="{FF2B5EF4-FFF2-40B4-BE49-F238E27FC236}">
                    <a16:creationId xmlns:a16="http://schemas.microsoft.com/office/drawing/2014/main" id="{BFED5C1E-C5C8-7E2B-CBFF-0070FF2F1E5E}"/>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EC78068-3CC4-96EA-6381-0C87E0BCF5CD}"/>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05A73D66-6971-A490-0C84-9EC18B4D7D2A}"/>
                </a:ext>
              </a:extLst>
            </p:cNvPr>
            <p:cNvSpPr txBox="1"/>
            <p:nvPr/>
          </p:nvSpPr>
          <p:spPr>
            <a:xfrm>
              <a:off x="889273" y="1538291"/>
              <a:ext cx="568960" cy="523220"/>
            </a:xfrm>
            <a:prstGeom prst="rect">
              <a:avLst/>
            </a:prstGeom>
            <a:noFill/>
          </p:spPr>
          <p:txBody>
            <a:bodyPr wrap="square" rtlCol="0">
              <a:spAutoFit/>
            </a:bodyPr>
            <a:lstStyle/>
            <a:p>
              <a:r>
                <a:rPr lang="it-IT"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01</a:t>
              </a:r>
              <a:endParaRPr lang="en-US" sz="32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18" name="Oval 17">
              <a:extLst>
                <a:ext uri="{FF2B5EF4-FFF2-40B4-BE49-F238E27FC236}">
                  <a16:creationId xmlns:a16="http://schemas.microsoft.com/office/drawing/2014/main" id="{AC26FC34-B413-D2A5-8E9D-BC287CC2456B}"/>
                </a:ext>
              </a:extLst>
            </p:cNvPr>
            <p:cNvSpPr/>
            <p:nvPr/>
          </p:nvSpPr>
          <p:spPr>
            <a:xfrm>
              <a:off x="3632145" y="1243697"/>
              <a:ext cx="274320" cy="2743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CCEF83B9-A54D-F0A1-55BE-76E111F796CC}"/>
                </a:ext>
              </a:extLst>
            </p:cNvPr>
            <p:cNvSpPr txBox="1"/>
            <p:nvPr/>
          </p:nvSpPr>
          <p:spPr>
            <a:xfrm>
              <a:off x="234319" y="2119940"/>
              <a:ext cx="1830428" cy="584775"/>
            </a:xfrm>
            <a:prstGeom prst="rect">
              <a:avLst/>
            </a:prstGeom>
            <a:noFill/>
          </p:spPr>
          <p:txBody>
            <a:bodyPr wrap="square">
              <a:spAutoFit/>
            </a:bodyPr>
            <a:lstStyle/>
            <a:p>
              <a:pPr algn="ctr"/>
              <a:r>
                <a:rPr lang="en-GB" sz="1600" b="1" dirty="0"/>
                <a:t>Environmental sustainability</a:t>
              </a:r>
            </a:p>
          </p:txBody>
        </p:sp>
        <p:sp>
          <p:nvSpPr>
            <p:cNvPr id="75" name="TextBox 74">
              <a:extLst>
                <a:ext uri="{FF2B5EF4-FFF2-40B4-BE49-F238E27FC236}">
                  <a16:creationId xmlns:a16="http://schemas.microsoft.com/office/drawing/2014/main" id="{0C3F2867-35CA-1DAE-F92C-7258DB82446F}"/>
                </a:ext>
              </a:extLst>
            </p:cNvPr>
            <p:cNvSpPr txBox="1"/>
            <p:nvPr/>
          </p:nvSpPr>
          <p:spPr>
            <a:xfrm>
              <a:off x="300576" y="2911946"/>
              <a:ext cx="1830428" cy="584775"/>
            </a:xfrm>
            <a:prstGeom prst="rect">
              <a:avLst/>
            </a:prstGeom>
            <a:noFill/>
          </p:spPr>
          <p:txBody>
            <a:bodyPr wrap="square">
              <a:spAutoFit/>
            </a:bodyPr>
            <a:lstStyle/>
            <a:p>
              <a:pPr algn="ctr"/>
              <a:r>
                <a:rPr lang="en-GB" sz="1600" dirty="0"/>
                <a:t>Low emission strategy</a:t>
              </a:r>
              <a:endParaRPr lang="en-US" sz="1600" dirty="0"/>
            </a:p>
          </p:txBody>
        </p:sp>
        <p:cxnSp>
          <p:nvCxnSpPr>
            <p:cNvPr id="79" name="Straight Connector 78">
              <a:extLst>
                <a:ext uri="{FF2B5EF4-FFF2-40B4-BE49-F238E27FC236}">
                  <a16:creationId xmlns:a16="http://schemas.microsoft.com/office/drawing/2014/main" id="{392209C9-C777-AA01-0462-15705E311D4C}"/>
                </a:ext>
              </a:extLst>
            </p:cNvPr>
            <p:cNvCxnSpPr>
              <a:cxnSpLocks/>
            </p:cNvCxnSpPr>
            <p:nvPr/>
          </p:nvCxnSpPr>
          <p:spPr>
            <a:xfrm flipH="1">
              <a:off x="1149533" y="1352710"/>
              <a:ext cx="2498544"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E127CBE5-3C74-607E-0A13-76CDD6CA99E7}"/>
                </a:ext>
              </a:extLst>
            </p:cNvPr>
            <p:cNvCxnSpPr>
              <a:cxnSpLocks/>
            </p:cNvCxnSpPr>
            <p:nvPr/>
          </p:nvCxnSpPr>
          <p:spPr>
            <a:xfrm>
              <a:off x="1168700" y="2671171"/>
              <a:ext cx="0" cy="27432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FE7251B0-0CF3-F3EC-E358-AB940FE073BF}"/>
              </a:ext>
            </a:extLst>
          </p:cNvPr>
          <p:cNvGrpSpPr/>
          <p:nvPr/>
        </p:nvGrpSpPr>
        <p:grpSpPr>
          <a:xfrm>
            <a:off x="1835073" y="2002989"/>
            <a:ext cx="2105209" cy="2336249"/>
            <a:chOff x="1835073" y="2002989"/>
            <a:chExt cx="2105209" cy="2336249"/>
          </a:xfrm>
        </p:grpSpPr>
        <p:grpSp>
          <p:nvGrpSpPr>
            <p:cNvPr id="12" name="Group 11">
              <a:extLst>
                <a:ext uri="{FF2B5EF4-FFF2-40B4-BE49-F238E27FC236}">
                  <a16:creationId xmlns:a16="http://schemas.microsoft.com/office/drawing/2014/main" id="{2D6C49BE-3276-EC0F-8683-6C8EBF19D738}"/>
                </a:ext>
              </a:extLst>
            </p:cNvPr>
            <p:cNvGrpSpPr/>
            <p:nvPr/>
          </p:nvGrpSpPr>
          <p:grpSpPr>
            <a:xfrm>
              <a:off x="2282492" y="2749901"/>
              <a:ext cx="640080" cy="640080"/>
              <a:chOff x="3552015" y="1211113"/>
              <a:chExt cx="1645920" cy="1645920"/>
            </a:xfrm>
            <a:solidFill>
              <a:srgbClr val="EDA92E"/>
            </a:solidFill>
          </p:grpSpPr>
          <p:sp>
            <p:nvSpPr>
              <p:cNvPr id="13" name="Oval 12">
                <a:extLst>
                  <a:ext uri="{FF2B5EF4-FFF2-40B4-BE49-F238E27FC236}">
                    <a16:creationId xmlns:a16="http://schemas.microsoft.com/office/drawing/2014/main" id="{3EAB2CFE-7D2C-ABA7-F2AA-DB3CF8DEA62F}"/>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0513AFA-B56C-199B-78DF-13AF98E1224F}"/>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F90C0B63-74D3-51FB-1406-5860E501A621}"/>
                </a:ext>
              </a:extLst>
            </p:cNvPr>
            <p:cNvSpPr txBox="1"/>
            <p:nvPr/>
          </p:nvSpPr>
          <p:spPr>
            <a:xfrm>
              <a:off x="2300272" y="2808331"/>
              <a:ext cx="604519" cy="523220"/>
            </a:xfrm>
            <a:prstGeom prst="rect">
              <a:avLst/>
            </a:prstGeom>
            <a:noFill/>
          </p:spPr>
          <p:txBody>
            <a:bodyPr wrap="square" rtlCol="0">
              <a:spAutoFit/>
            </a:bodyPr>
            <a:lstStyle/>
            <a:p>
              <a:r>
                <a:rPr lang="it-IT"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02</a:t>
              </a:r>
              <a:endParaRPr lang="en-US" sz="32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cxnSp>
          <p:nvCxnSpPr>
            <p:cNvPr id="24" name="Straight Connector 23">
              <a:extLst>
                <a:ext uri="{FF2B5EF4-FFF2-40B4-BE49-F238E27FC236}">
                  <a16:creationId xmlns:a16="http://schemas.microsoft.com/office/drawing/2014/main" id="{59F11397-CCD0-21EB-16E1-F3B5F62BB5C0}"/>
                </a:ext>
              </a:extLst>
            </p:cNvPr>
            <p:cNvCxnSpPr>
              <a:cxnSpLocks/>
            </p:cNvCxnSpPr>
            <p:nvPr/>
          </p:nvCxnSpPr>
          <p:spPr>
            <a:xfrm>
              <a:off x="2602532" y="2119941"/>
              <a:ext cx="0" cy="637914"/>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E41BDB-70E6-1D64-D594-BAD41E06C4FF}"/>
                </a:ext>
              </a:extLst>
            </p:cNvPr>
            <p:cNvCxnSpPr>
              <a:cxnSpLocks/>
            </p:cNvCxnSpPr>
            <p:nvPr/>
          </p:nvCxnSpPr>
          <p:spPr>
            <a:xfrm>
              <a:off x="2582129" y="2144063"/>
              <a:ext cx="1200925"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3B8ACD17-C245-14AF-AD42-54EAFB95443F}"/>
                </a:ext>
              </a:extLst>
            </p:cNvPr>
            <p:cNvSpPr/>
            <p:nvPr/>
          </p:nvSpPr>
          <p:spPr>
            <a:xfrm>
              <a:off x="3665962" y="2002989"/>
              <a:ext cx="274320" cy="2743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BEB4FD90-4689-0AA8-D238-3D3D1004B98F}"/>
                </a:ext>
              </a:extLst>
            </p:cNvPr>
            <p:cNvSpPr txBox="1"/>
            <p:nvPr/>
          </p:nvSpPr>
          <p:spPr>
            <a:xfrm>
              <a:off x="1835073" y="3448411"/>
              <a:ext cx="1624197" cy="584775"/>
            </a:xfrm>
            <a:prstGeom prst="rect">
              <a:avLst/>
            </a:prstGeom>
            <a:noFill/>
          </p:spPr>
          <p:txBody>
            <a:bodyPr wrap="square" rtlCol="0">
              <a:spAutoFit/>
            </a:bodyPr>
            <a:lstStyle/>
            <a:p>
              <a:r>
                <a:rPr lang="it-IT" sz="1600" b="1" dirty="0"/>
                <a:t>Lack of Interest</a:t>
              </a:r>
            </a:p>
            <a:p>
              <a:endParaRPr lang="en-US" sz="1600" b="1" dirty="0"/>
            </a:p>
          </p:txBody>
        </p:sp>
        <p:sp>
          <p:nvSpPr>
            <p:cNvPr id="68" name="TextBox 67">
              <a:extLst>
                <a:ext uri="{FF2B5EF4-FFF2-40B4-BE49-F238E27FC236}">
                  <a16:creationId xmlns:a16="http://schemas.microsoft.com/office/drawing/2014/main" id="{9A04987A-99DA-30B3-145F-8ADA602022A5}"/>
                </a:ext>
              </a:extLst>
            </p:cNvPr>
            <p:cNvSpPr txBox="1"/>
            <p:nvPr/>
          </p:nvSpPr>
          <p:spPr>
            <a:xfrm>
              <a:off x="2067151" y="4000684"/>
              <a:ext cx="1112096" cy="338554"/>
            </a:xfrm>
            <a:prstGeom prst="rect">
              <a:avLst/>
            </a:prstGeom>
            <a:noFill/>
          </p:spPr>
          <p:txBody>
            <a:bodyPr wrap="square">
              <a:spAutoFit/>
            </a:bodyPr>
            <a:lstStyle/>
            <a:p>
              <a:r>
                <a:rPr lang="en-GB" sz="1600" dirty="0"/>
                <a:t>Marketing</a:t>
              </a:r>
              <a:endParaRPr lang="en-US" dirty="0"/>
            </a:p>
          </p:txBody>
        </p:sp>
        <p:cxnSp>
          <p:nvCxnSpPr>
            <p:cNvPr id="86" name="Straight Arrow Connector 85">
              <a:extLst>
                <a:ext uri="{FF2B5EF4-FFF2-40B4-BE49-F238E27FC236}">
                  <a16:creationId xmlns:a16="http://schemas.microsoft.com/office/drawing/2014/main" id="{0BB83F87-CAC9-394F-6A31-EE2AF51303D8}"/>
                </a:ext>
              </a:extLst>
            </p:cNvPr>
            <p:cNvCxnSpPr>
              <a:cxnSpLocks/>
            </p:cNvCxnSpPr>
            <p:nvPr/>
          </p:nvCxnSpPr>
          <p:spPr>
            <a:xfrm>
              <a:off x="2602532" y="3768970"/>
              <a:ext cx="0" cy="27432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EEE89835-5D74-66B5-BD1B-7503A62109A8}"/>
              </a:ext>
            </a:extLst>
          </p:cNvPr>
          <p:cNvGrpSpPr/>
          <p:nvPr/>
        </p:nvGrpSpPr>
        <p:grpSpPr>
          <a:xfrm>
            <a:off x="3534305" y="2436170"/>
            <a:ext cx="2292339" cy="2308798"/>
            <a:chOff x="3534305" y="2436170"/>
            <a:chExt cx="2292339" cy="2308798"/>
          </a:xfrm>
        </p:grpSpPr>
        <p:sp>
          <p:nvSpPr>
            <p:cNvPr id="27" name="Oval 26">
              <a:extLst>
                <a:ext uri="{FF2B5EF4-FFF2-40B4-BE49-F238E27FC236}">
                  <a16:creationId xmlns:a16="http://schemas.microsoft.com/office/drawing/2014/main" id="{22EBC5F8-5422-DA62-FEA2-3986A35F781B}"/>
                </a:ext>
              </a:extLst>
            </p:cNvPr>
            <p:cNvSpPr/>
            <p:nvPr/>
          </p:nvSpPr>
          <p:spPr>
            <a:xfrm>
              <a:off x="4436467" y="2436170"/>
              <a:ext cx="274320" cy="2743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9E6B624B-4AEE-038E-AA60-314F592F105E}"/>
                </a:ext>
              </a:extLst>
            </p:cNvPr>
            <p:cNvGrpSpPr/>
            <p:nvPr/>
          </p:nvGrpSpPr>
          <p:grpSpPr>
            <a:xfrm>
              <a:off x="4253588" y="2988181"/>
              <a:ext cx="640080" cy="640080"/>
              <a:chOff x="3552015" y="1211113"/>
              <a:chExt cx="1645920" cy="1645920"/>
            </a:xfrm>
            <a:solidFill>
              <a:srgbClr val="EDA92E"/>
            </a:solidFill>
          </p:grpSpPr>
          <p:sp>
            <p:nvSpPr>
              <p:cNvPr id="35" name="Oval 34">
                <a:extLst>
                  <a:ext uri="{FF2B5EF4-FFF2-40B4-BE49-F238E27FC236}">
                    <a16:creationId xmlns:a16="http://schemas.microsoft.com/office/drawing/2014/main" id="{01361026-6D00-7C18-AD97-2176D00F80FA}"/>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7CE0D94-DAF1-FD43-4353-EF4957957D39}"/>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4847CDD4-5E01-763A-81C9-C580E515CFEF}"/>
                </a:ext>
              </a:extLst>
            </p:cNvPr>
            <p:cNvSpPr txBox="1"/>
            <p:nvPr/>
          </p:nvSpPr>
          <p:spPr>
            <a:xfrm>
              <a:off x="4271368" y="3046611"/>
              <a:ext cx="604519" cy="523220"/>
            </a:xfrm>
            <a:prstGeom prst="rect">
              <a:avLst/>
            </a:prstGeom>
            <a:noFill/>
          </p:spPr>
          <p:txBody>
            <a:bodyPr wrap="square" rtlCol="0">
              <a:spAutoFit/>
            </a:bodyPr>
            <a:lstStyle/>
            <a:p>
              <a:r>
                <a:rPr lang="it-IT"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03</a:t>
              </a:r>
              <a:endParaRPr lang="en-US" sz="32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cxnSp>
          <p:nvCxnSpPr>
            <p:cNvPr id="38" name="Straight Connector 37">
              <a:extLst>
                <a:ext uri="{FF2B5EF4-FFF2-40B4-BE49-F238E27FC236}">
                  <a16:creationId xmlns:a16="http://schemas.microsoft.com/office/drawing/2014/main" id="{BD493367-EEA9-42A6-3505-A37831D2C7AB}"/>
                </a:ext>
              </a:extLst>
            </p:cNvPr>
            <p:cNvCxnSpPr>
              <a:cxnSpLocks/>
            </p:cNvCxnSpPr>
            <p:nvPr/>
          </p:nvCxnSpPr>
          <p:spPr>
            <a:xfrm>
              <a:off x="4573627" y="2494600"/>
              <a:ext cx="1629" cy="493581"/>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2CF0847C-08E7-C9BB-3FA8-45AD727E4F8B}"/>
                </a:ext>
              </a:extLst>
            </p:cNvPr>
            <p:cNvSpPr txBox="1"/>
            <p:nvPr/>
          </p:nvSpPr>
          <p:spPr>
            <a:xfrm>
              <a:off x="3665962" y="3653282"/>
              <a:ext cx="1850213" cy="584775"/>
            </a:xfrm>
            <a:prstGeom prst="rect">
              <a:avLst/>
            </a:prstGeom>
            <a:noFill/>
          </p:spPr>
          <p:txBody>
            <a:bodyPr wrap="square">
              <a:spAutoFit/>
            </a:bodyPr>
            <a:lstStyle/>
            <a:p>
              <a:pPr algn="ctr"/>
              <a:r>
                <a:rPr lang="en-GB" sz="1600" b="1" dirty="0"/>
                <a:t>Local community resistance</a:t>
              </a:r>
            </a:p>
          </p:txBody>
        </p:sp>
        <p:sp>
          <p:nvSpPr>
            <p:cNvPr id="70" name="TextBox 69">
              <a:extLst>
                <a:ext uri="{FF2B5EF4-FFF2-40B4-BE49-F238E27FC236}">
                  <a16:creationId xmlns:a16="http://schemas.microsoft.com/office/drawing/2014/main" id="{75577DFF-9958-9436-C03C-6B3F673F977E}"/>
                </a:ext>
              </a:extLst>
            </p:cNvPr>
            <p:cNvSpPr txBox="1"/>
            <p:nvPr/>
          </p:nvSpPr>
          <p:spPr>
            <a:xfrm>
              <a:off x="3534305" y="4406414"/>
              <a:ext cx="2292339" cy="338554"/>
            </a:xfrm>
            <a:prstGeom prst="rect">
              <a:avLst/>
            </a:prstGeom>
            <a:noFill/>
          </p:spPr>
          <p:txBody>
            <a:bodyPr wrap="square">
              <a:spAutoFit/>
            </a:bodyPr>
            <a:lstStyle/>
            <a:p>
              <a:pPr algn="ctr"/>
              <a:r>
                <a:rPr lang="en-GB" sz="1600" dirty="0"/>
                <a:t>Benefits to community</a:t>
              </a:r>
              <a:endParaRPr lang="en-US" sz="1600" dirty="0"/>
            </a:p>
          </p:txBody>
        </p:sp>
        <p:cxnSp>
          <p:nvCxnSpPr>
            <p:cNvPr id="87" name="Straight Arrow Connector 86">
              <a:extLst>
                <a:ext uri="{FF2B5EF4-FFF2-40B4-BE49-F238E27FC236}">
                  <a16:creationId xmlns:a16="http://schemas.microsoft.com/office/drawing/2014/main" id="{84DD7BB5-ADF6-A52A-2CA6-744D86F558BD}"/>
                </a:ext>
              </a:extLst>
            </p:cNvPr>
            <p:cNvCxnSpPr>
              <a:cxnSpLocks/>
            </p:cNvCxnSpPr>
            <p:nvPr/>
          </p:nvCxnSpPr>
          <p:spPr>
            <a:xfrm>
              <a:off x="4569493" y="4197212"/>
              <a:ext cx="0" cy="27432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3E6BDDAA-30EA-1AB0-594F-3AA7BF9CE452}"/>
              </a:ext>
            </a:extLst>
          </p:cNvPr>
          <p:cNvGrpSpPr/>
          <p:nvPr/>
        </p:nvGrpSpPr>
        <p:grpSpPr>
          <a:xfrm>
            <a:off x="5207028" y="1996825"/>
            <a:ext cx="2609535" cy="2304435"/>
            <a:chOff x="5207028" y="1996825"/>
            <a:chExt cx="2609535" cy="2304435"/>
          </a:xfrm>
        </p:grpSpPr>
        <p:sp>
          <p:nvSpPr>
            <p:cNvPr id="28" name="Oval 27">
              <a:extLst>
                <a:ext uri="{FF2B5EF4-FFF2-40B4-BE49-F238E27FC236}">
                  <a16:creationId xmlns:a16="http://schemas.microsoft.com/office/drawing/2014/main" id="{16CEB7B4-BD9D-66D8-6474-2BDD2E7C87A5}"/>
                </a:ext>
              </a:extLst>
            </p:cNvPr>
            <p:cNvSpPr/>
            <p:nvPr/>
          </p:nvSpPr>
          <p:spPr>
            <a:xfrm>
              <a:off x="5207028" y="1996825"/>
              <a:ext cx="274320" cy="2743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4BFB24DC-E73D-80DD-AE9A-34E488E31D78}"/>
                </a:ext>
              </a:extLst>
            </p:cNvPr>
            <p:cNvGrpSpPr/>
            <p:nvPr/>
          </p:nvGrpSpPr>
          <p:grpSpPr>
            <a:xfrm flipH="1">
              <a:off x="6318714" y="2749901"/>
              <a:ext cx="640080" cy="640080"/>
              <a:chOff x="3552015" y="1211113"/>
              <a:chExt cx="1645920" cy="1645920"/>
            </a:xfrm>
            <a:solidFill>
              <a:srgbClr val="EDA92E"/>
            </a:solidFill>
          </p:grpSpPr>
          <p:sp>
            <p:nvSpPr>
              <p:cNvPr id="46" name="Oval 45">
                <a:extLst>
                  <a:ext uri="{FF2B5EF4-FFF2-40B4-BE49-F238E27FC236}">
                    <a16:creationId xmlns:a16="http://schemas.microsoft.com/office/drawing/2014/main" id="{11325FB2-08BE-D126-0AFC-A507C3634DBF}"/>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0186F0A-3E46-D8E7-B983-6E8F85395C33}"/>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3EA61C59-F55A-7039-6103-1B03B90F2D19}"/>
                </a:ext>
              </a:extLst>
            </p:cNvPr>
            <p:cNvSpPr txBox="1"/>
            <p:nvPr/>
          </p:nvSpPr>
          <p:spPr>
            <a:xfrm flipH="1">
              <a:off x="6333870" y="2808331"/>
              <a:ext cx="640080" cy="523220"/>
            </a:xfrm>
            <a:prstGeom prst="rect">
              <a:avLst/>
            </a:prstGeom>
            <a:noFill/>
          </p:spPr>
          <p:txBody>
            <a:bodyPr wrap="square" rtlCol="0">
              <a:spAutoFit/>
            </a:bodyPr>
            <a:lstStyle/>
            <a:p>
              <a:r>
                <a:rPr lang="it-IT"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04</a:t>
              </a:r>
              <a:endParaRPr lang="en-US" sz="32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cxnSp>
          <p:nvCxnSpPr>
            <p:cNvPr id="50" name="Straight Connector 49">
              <a:extLst>
                <a:ext uri="{FF2B5EF4-FFF2-40B4-BE49-F238E27FC236}">
                  <a16:creationId xmlns:a16="http://schemas.microsoft.com/office/drawing/2014/main" id="{1435D24F-A929-0CCC-A168-3590945150DA}"/>
                </a:ext>
              </a:extLst>
            </p:cNvPr>
            <p:cNvCxnSpPr>
              <a:cxnSpLocks/>
            </p:cNvCxnSpPr>
            <p:nvPr/>
          </p:nvCxnSpPr>
          <p:spPr>
            <a:xfrm flipH="1">
              <a:off x="6638754" y="2119941"/>
              <a:ext cx="0" cy="637914"/>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B6AC9DC4-F7E5-8D30-DEAB-348A4879777D}"/>
                </a:ext>
              </a:extLst>
            </p:cNvPr>
            <p:cNvCxnSpPr>
              <a:cxnSpLocks/>
            </p:cNvCxnSpPr>
            <p:nvPr/>
          </p:nvCxnSpPr>
          <p:spPr>
            <a:xfrm flipH="1">
              <a:off x="5458232" y="2144063"/>
              <a:ext cx="1200925"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FB00DD1-697A-B054-570D-AAC117C95533}"/>
                </a:ext>
              </a:extLst>
            </p:cNvPr>
            <p:cNvSpPr txBox="1"/>
            <p:nvPr/>
          </p:nvSpPr>
          <p:spPr>
            <a:xfrm>
              <a:off x="5709907" y="3389981"/>
              <a:ext cx="2106656" cy="584775"/>
            </a:xfrm>
            <a:prstGeom prst="rect">
              <a:avLst/>
            </a:prstGeom>
            <a:noFill/>
          </p:spPr>
          <p:txBody>
            <a:bodyPr wrap="square">
              <a:spAutoFit/>
            </a:bodyPr>
            <a:lstStyle/>
            <a:p>
              <a:r>
                <a:rPr lang="en-GB" sz="1600" b="1" dirty="0"/>
                <a:t>Economy – Politics</a:t>
              </a:r>
            </a:p>
            <a:p>
              <a:r>
                <a:rPr lang="en-GB" sz="1600" b="1" dirty="0"/>
                <a:t> </a:t>
              </a:r>
              <a:endParaRPr lang="en-US" sz="1600" b="1" dirty="0"/>
            </a:p>
          </p:txBody>
        </p:sp>
        <p:sp>
          <p:nvSpPr>
            <p:cNvPr id="72" name="TextBox 71">
              <a:extLst>
                <a:ext uri="{FF2B5EF4-FFF2-40B4-BE49-F238E27FC236}">
                  <a16:creationId xmlns:a16="http://schemas.microsoft.com/office/drawing/2014/main" id="{1AFB3BE1-99C0-3AFE-4D19-AF2E073045DB}"/>
                </a:ext>
              </a:extLst>
            </p:cNvPr>
            <p:cNvSpPr txBox="1"/>
            <p:nvPr/>
          </p:nvSpPr>
          <p:spPr>
            <a:xfrm>
              <a:off x="6108640" y="3962706"/>
              <a:ext cx="1200287" cy="338554"/>
            </a:xfrm>
            <a:prstGeom prst="rect">
              <a:avLst/>
            </a:prstGeom>
            <a:noFill/>
          </p:spPr>
          <p:txBody>
            <a:bodyPr wrap="square">
              <a:spAutoFit/>
            </a:bodyPr>
            <a:lstStyle/>
            <a:p>
              <a:r>
                <a:rPr lang="en-GB" sz="1600" dirty="0"/>
                <a:t>Incentives</a:t>
              </a:r>
              <a:endParaRPr lang="en-US" dirty="0"/>
            </a:p>
          </p:txBody>
        </p:sp>
        <p:cxnSp>
          <p:nvCxnSpPr>
            <p:cNvPr id="88" name="Straight Arrow Connector 87">
              <a:extLst>
                <a:ext uri="{FF2B5EF4-FFF2-40B4-BE49-F238E27FC236}">
                  <a16:creationId xmlns:a16="http://schemas.microsoft.com/office/drawing/2014/main" id="{7AAEC80B-BD28-DBE1-9976-D9C9525C90B7}"/>
                </a:ext>
              </a:extLst>
            </p:cNvPr>
            <p:cNvCxnSpPr>
              <a:cxnSpLocks/>
            </p:cNvCxnSpPr>
            <p:nvPr/>
          </p:nvCxnSpPr>
          <p:spPr>
            <a:xfrm>
              <a:off x="6659157" y="3721498"/>
              <a:ext cx="0" cy="27432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B84B12C4-6CE1-FE11-D0C7-C96B5A58B511}"/>
              </a:ext>
            </a:extLst>
          </p:cNvPr>
          <p:cNvGrpSpPr/>
          <p:nvPr/>
        </p:nvGrpSpPr>
        <p:grpSpPr>
          <a:xfrm>
            <a:off x="5249066" y="1215550"/>
            <a:ext cx="3690750" cy="1799883"/>
            <a:chOff x="5249066" y="1215550"/>
            <a:chExt cx="3690750" cy="1799883"/>
          </a:xfrm>
        </p:grpSpPr>
        <p:sp>
          <p:nvSpPr>
            <p:cNvPr id="29" name="Oval 28">
              <a:extLst>
                <a:ext uri="{FF2B5EF4-FFF2-40B4-BE49-F238E27FC236}">
                  <a16:creationId xmlns:a16="http://schemas.microsoft.com/office/drawing/2014/main" id="{4B04F4BB-0DF5-F21F-C1A7-4BBE4B684A82}"/>
                </a:ext>
              </a:extLst>
            </p:cNvPr>
            <p:cNvSpPr/>
            <p:nvPr/>
          </p:nvSpPr>
          <p:spPr>
            <a:xfrm>
              <a:off x="5249066" y="1215550"/>
              <a:ext cx="274320" cy="2743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204E2CEE-A508-285D-A0F1-EC04F490A9B7}"/>
                </a:ext>
              </a:extLst>
            </p:cNvPr>
            <p:cNvCxnSpPr>
              <a:cxnSpLocks/>
            </p:cNvCxnSpPr>
            <p:nvPr/>
          </p:nvCxnSpPr>
          <p:spPr>
            <a:xfrm flipH="1">
              <a:off x="7981651" y="1364563"/>
              <a:ext cx="1" cy="15352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92B2DFBC-7106-37B8-2974-4D4FE4FC3D1D}"/>
                </a:ext>
              </a:extLst>
            </p:cNvPr>
            <p:cNvGrpSpPr/>
            <p:nvPr/>
          </p:nvGrpSpPr>
          <p:grpSpPr>
            <a:xfrm flipH="1">
              <a:off x="7661612" y="1479861"/>
              <a:ext cx="640080" cy="640080"/>
              <a:chOff x="3552015" y="1211113"/>
              <a:chExt cx="1645920" cy="1645920"/>
            </a:xfrm>
            <a:solidFill>
              <a:srgbClr val="EDA92E"/>
            </a:solidFill>
          </p:grpSpPr>
          <p:sp>
            <p:nvSpPr>
              <p:cNvPr id="42" name="Oval 41">
                <a:extLst>
                  <a:ext uri="{FF2B5EF4-FFF2-40B4-BE49-F238E27FC236}">
                    <a16:creationId xmlns:a16="http://schemas.microsoft.com/office/drawing/2014/main" id="{4302B4FC-52B0-EB9B-B6BD-4413F1B38367}"/>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4FDE685-0476-E283-9703-CA66EDB8FB0F}"/>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5F2C9FEB-D1E6-5214-4F42-90A26CD6B0DD}"/>
                </a:ext>
              </a:extLst>
            </p:cNvPr>
            <p:cNvSpPr txBox="1"/>
            <p:nvPr/>
          </p:nvSpPr>
          <p:spPr>
            <a:xfrm flipH="1">
              <a:off x="7682014" y="1538291"/>
              <a:ext cx="604519" cy="523220"/>
            </a:xfrm>
            <a:prstGeom prst="rect">
              <a:avLst/>
            </a:prstGeom>
            <a:noFill/>
          </p:spPr>
          <p:txBody>
            <a:bodyPr wrap="square" rtlCol="0">
              <a:spAutoFit/>
            </a:bodyPr>
            <a:lstStyle/>
            <a:p>
              <a:r>
                <a:rPr lang="it-IT" sz="28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05</a:t>
              </a:r>
              <a:endParaRPr lang="en-US" sz="32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cxnSp>
          <p:nvCxnSpPr>
            <p:cNvPr id="49" name="Straight Connector 48">
              <a:extLst>
                <a:ext uri="{FF2B5EF4-FFF2-40B4-BE49-F238E27FC236}">
                  <a16:creationId xmlns:a16="http://schemas.microsoft.com/office/drawing/2014/main" id="{6FFA0A5F-F138-93E4-BD25-02854E3E8C94}"/>
                </a:ext>
              </a:extLst>
            </p:cNvPr>
            <p:cNvCxnSpPr>
              <a:cxnSpLocks/>
            </p:cNvCxnSpPr>
            <p:nvPr/>
          </p:nvCxnSpPr>
          <p:spPr>
            <a:xfrm flipH="1">
              <a:off x="5501751" y="1355502"/>
              <a:ext cx="2498544"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D77544F-A562-ED17-DCB6-18D300CFD7A9}"/>
                </a:ext>
              </a:extLst>
            </p:cNvPr>
            <p:cNvSpPr txBox="1"/>
            <p:nvPr/>
          </p:nvSpPr>
          <p:spPr>
            <a:xfrm>
              <a:off x="7060774" y="2140148"/>
              <a:ext cx="1879042" cy="338554"/>
            </a:xfrm>
            <a:prstGeom prst="rect">
              <a:avLst/>
            </a:prstGeom>
            <a:noFill/>
          </p:spPr>
          <p:txBody>
            <a:bodyPr wrap="square" rtlCol="0">
              <a:spAutoFit/>
            </a:bodyPr>
            <a:lstStyle/>
            <a:p>
              <a:r>
                <a:rPr lang="it-IT" sz="1600" b="1" dirty="0"/>
                <a:t>Injury &amp; Accidents</a:t>
              </a:r>
            </a:p>
          </p:txBody>
        </p:sp>
        <p:sp>
          <p:nvSpPr>
            <p:cNvPr id="66" name="TextBox 65">
              <a:extLst>
                <a:ext uri="{FF2B5EF4-FFF2-40B4-BE49-F238E27FC236}">
                  <a16:creationId xmlns:a16="http://schemas.microsoft.com/office/drawing/2014/main" id="{A39260F4-CDD3-43AE-6F32-781773F887C7}"/>
                </a:ext>
              </a:extLst>
            </p:cNvPr>
            <p:cNvSpPr txBox="1"/>
            <p:nvPr/>
          </p:nvSpPr>
          <p:spPr>
            <a:xfrm>
              <a:off x="7495478" y="2676879"/>
              <a:ext cx="1103685" cy="338554"/>
            </a:xfrm>
            <a:prstGeom prst="rect">
              <a:avLst/>
            </a:prstGeom>
            <a:noFill/>
          </p:spPr>
          <p:txBody>
            <a:bodyPr wrap="square">
              <a:spAutoFit/>
            </a:bodyPr>
            <a:lstStyle/>
            <a:p>
              <a:r>
                <a:rPr lang="it-IT" sz="1600" dirty="0"/>
                <a:t>Insurance</a:t>
              </a:r>
              <a:endParaRPr lang="en-US" dirty="0"/>
            </a:p>
          </p:txBody>
        </p:sp>
        <p:cxnSp>
          <p:nvCxnSpPr>
            <p:cNvPr id="89" name="Straight Arrow Connector 88">
              <a:extLst>
                <a:ext uri="{FF2B5EF4-FFF2-40B4-BE49-F238E27FC236}">
                  <a16:creationId xmlns:a16="http://schemas.microsoft.com/office/drawing/2014/main" id="{11D01E83-A8AD-825A-12E3-5CA5C92A0585}"/>
                </a:ext>
              </a:extLst>
            </p:cNvPr>
            <p:cNvCxnSpPr>
              <a:cxnSpLocks/>
            </p:cNvCxnSpPr>
            <p:nvPr/>
          </p:nvCxnSpPr>
          <p:spPr>
            <a:xfrm>
              <a:off x="8000295" y="2475581"/>
              <a:ext cx="0" cy="27432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5689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9E212C04-348D-E995-B59F-38390CD7ADE7}"/>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8AB959BF-53D8-38DB-0739-4AE59495F517}"/>
              </a:ext>
            </a:extLst>
          </p:cNvPr>
          <p:cNvSpPr>
            <a:spLocks noGrp="1"/>
          </p:cNvSpPr>
          <p:nvPr>
            <p:ph type="title"/>
          </p:nvPr>
        </p:nvSpPr>
        <p:spPr>
          <a:xfrm>
            <a:off x="431625" y="125501"/>
            <a:ext cx="7886700" cy="994172"/>
          </a:xfrm>
        </p:spPr>
        <p:txBody>
          <a:bodyPr/>
          <a:lstStyle/>
          <a:p>
            <a:r>
              <a:rPr lang="it-IT" b="1" dirty="0"/>
              <a:t>START-UP STEPS</a:t>
            </a:r>
            <a:endParaRPr lang="en-US" b="1" dirty="0"/>
          </a:p>
        </p:txBody>
      </p:sp>
      <p:grpSp>
        <p:nvGrpSpPr>
          <p:cNvPr id="8" name="Group 7">
            <a:extLst>
              <a:ext uri="{FF2B5EF4-FFF2-40B4-BE49-F238E27FC236}">
                <a16:creationId xmlns:a16="http://schemas.microsoft.com/office/drawing/2014/main" id="{D5632B04-DDB9-911F-E279-F94121A029C9}"/>
              </a:ext>
            </a:extLst>
          </p:cNvPr>
          <p:cNvGrpSpPr/>
          <p:nvPr/>
        </p:nvGrpSpPr>
        <p:grpSpPr>
          <a:xfrm>
            <a:off x="859682" y="1119673"/>
            <a:ext cx="1800077" cy="2088301"/>
            <a:chOff x="859682" y="1119673"/>
            <a:chExt cx="1800077" cy="2088301"/>
          </a:xfrm>
        </p:grpSpPr>
        <p:grpSp>
          <p:nvGrpSpPr>
            <p:cNvPr id="69" name="Group 68">
              <a:extLst>
                <a:ext uri="{FF2B5EF4-FFF2-40B4-BE49-F238E27FC236}">
                  <a16:creationId xmlns:a16="http://schemas.microsoft.com/office/drawing/2014/main" id="{E2E65EBD-3BD8-4CA9-E3EA-9EF056B6452B}"/>
                </a:ext>
              </a:extLst>
            </p:cNvPr>
            <p:cNvGrpSpPr/>
            <p:nvPr/>
          </p:nvGrpSpPr>
          <p:grpSpPr>
            <a:xfrm>
              <a:off x="859682" y="1119673"/>
              <a:ext cx="1645920" cy="1645920"/>
              <a:chOff x="638754" y="1211113"/>
              <a:chExt cx="1645920" cy="1645920"/>
            </a:xfrm>
            <a:solidFill>
              <a:srgbClr val="EDA92E"/>
            </a:solidFill>
          </p:grpSpPr>
          <p:sp>
            <p:nvSpPr>
              <p:cNvPr id="30" name="Oval 29">
                <a:extLst>
                  <a:ext uri="{FF2B5EF4-FFF2-40B4-BE49-F238E27FC236}">
                    <a16:creationId xmlns:a16="http://schemas.microsoft.com/office/drawing/2014/main" id="{E5DA637A-922D-74C1-D533-2EB04F37DE86}"/>
                  </a:ext>
                </a:extLst>
              </p:cNvPr>
              <p:cNvSpPr/>
              <p:nvPr/>
            </p:nvSpPr>
            <p:spPr>
              <a:xfrm>
                <a:off x="638754"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3691634-D565-2E82-8174-E3A28EFF0FF3}"/>
                  </a:ext>
                </a:extLst>
              </p:cNvPr>
              <p:cNvSpPr/>
              <p:nvPr/>
            </p:nvSpPr>
            <p:spPr>
              <a:xfrm>
                <a:off x="730194"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endParaRPr>
              </a:p>
            </p:txBody>
          </p:sp>
          <p:sp>
            <p:nvSpPr>
              <p:cNvPr id="32" name="TextBox 31">
                <a:extLst>
                  <a:ext uri="{FF2B5EF4-FFF2-40B4-BE49-F238E27FC236}">
                    <a16:creationId xmlns:a16="http://schemas.microsoft.com/office/drawing/2014/main" id="{ECBFA2F2-BBB7-7BE7-FC82-485F6B5317FA}"/>
                  </a:ext>
                </a:extLst>
              </p:cNvPr>
              <p:cNvSpPr txBox="1"/>
              <p:nvPr/>
            </p:nvSpPr>
            <p:spPr>
              <a:xfrm>
                <a:off x="1209117" y="1302553"/>
                <a:ext cx="505194" cy="461665"/>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01</a:t>
                </a:r>
                <a:endParaRPr lang="en-US"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grpSp>
        <p:sp>
          <p:nvSpPr>
            <p:cNvPr id="34" name="Rectangle 33">
              <a:extLst>
                <a:ext uri="{FF2B5EF4-FFF2-40B4-BE49-F238E27FC236}">
                  <a16:creationId xmlns:a16="http://schemas.microsoft.com/office/drawing/2014/main" id="{C5127E99-5414-014D-6DDE-82E3F81DFEC9}"/>
                </a:ext>
              </a:extLst>
            </p:cNvPr>
            <p:cNvSpPr/>
            <p:nvPr/>
          </p:nvSpPr>
          <p:spPr>
            <a:xfrm rot="19267635">
              <a:off x="2263633" y="2473832"/>
              <a:ext cx="301059" cy="734142"/>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c 36" descr="Chevron arrows with solid fill">
              <a:extLst>
                <a:ext uri="{FF2B5EF4-FFF2-40B4-BE49-F238E27FC236}">
                  <a16:creationId xmlns:a16="http://schemas.microsoft.com/office/drawing/2014/main" id="{8C222A9C-AE04-38CC-56FD-4C77939AC6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3030279">
              <a:off x="2251378" y="2678120"/>
              <a:ext cx="325567" cy="325567"/>
            </a:xfrm>
            <a:prstGeom prst="rect">
              <a:avLst/>
            </a:prstGeom>
          </p:spPr>
        </p:pic>
        <p:sp>
          <p:nvSpPr>
            <p:cNvPr id="42" name="Arc 41">
              <a:extLst>
                <a:ext uri="{FF2B5EF4-FFF2-40B4-BE49-F238E27FC236}">
                  <a16:creationId xmlns:a16="http://schemas.microsoft.com/office/drawing/2014/main" id="{1B4E986E-836D-D7EA-2502-BFBBFD169EB1}"/>
                </a:ext>
              </a:extLst>
            </p:cNvPr>
            <p:cNvSpPr/>
            <p:nvPr/>
          </p:nvSpPr>
          <p:spPr>
            <a:xfrm rot="20756573">
              <a:off x="1854260" y="2680813"/>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3" name="Arc 42">
              <a:extLst>
                <a:ext uri="{FF2B5EF4-FFF2-40B4-BE49-F238E27FC236}">
                  <a16:creationId xmlns:a16="http://schemas.microsoft.com/office/drawing/2014/main" id="{0E1143F1-E738-8000-67E3-BC8E4066F06B}"/>
                </a:ext>
              </a:extLst>
            </p:cNvPr>
            <p:cNvSpPr/>
            <p:nvPr/>
          </p:nvSpPr>
          <p:spPr>
            <a:xfrm rot="13716815">
              <a:off x="2318218" y="2315980"/>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719D869C-A00B-3642-68A0-875AA02FB9F5}"/>
                </a:ext>
              </a:extLst>
            </p:cNvPr>
            <p:cNvSpPr txBox="1"/>
            <p:nvPr/>
          </p:nvSpPr>
          <p:spPr>
            <a:xfrm>
              <a:off x="1019703" y="1713054"/>
              <a:ext cx="1339075" cy="1046440"/>
            </a:xfrm>
            <a:prstGeom prst="rect">
              <a:avLst/>
            </a:prstGeom>
            <a:noFill/>
          </p:spPr>
          <p:txBody>
            <a:bodyPr wrap="square" rtlCol="0">
              <a:spAutoFit/>
            </a:bodyPr>
            <a:lstStyle/>
            <a:p>
              <a:pPr algn="ctr"/>
              <a:r>
                <a:rPr lang="it-IT" sz="1600" b="1" dirty="0">
                  <a:latin typeface="Abadi" panose="020F0502020204030204" pitchFamily="34" charset="0"/>
                  <a:ea typeface="ADLaM Display" panose="02010000000000000000" pitchFamily="2" charset="0"/>
                  <a:cs typeface="ADLaM Display" panose="02010000000000000000" pitchFamily="2" charset="0"/>
                </a:rPr>
                <a:t>Government Support</a:t>
              </a:r>
            </a:p>
            <a:p>
              <a:pPr algn="ctr"/>
              <a:endParaRPr lang="en-US" sz="1200" b="1" dirty="0"/>
            </a:p>
            <a:p>
              <a:pPr algn="ctr"/>
              <a:endParaRPr lang="en-US" dirty="0"/>
            </a:p>
          </p:txBody>
        </p:sp>
      </p:grpSp>
      <p:grpSp>
        <p:nvGrpSpPr>
          <p:cNvPr id="10" name="Group 9">
            <a:extLst>
              <a:ext uri="{FF2B5EF4-FFF2-40B4-BE49-F238E27FC236}">
                <a16:creationId xmlns:a16="http://schemas.microsoft.com/office/drawing/2014/main" id="{114C869F-D50D-443A-A592-F184881BAAE3}"/>
              </a:ext>
            </a:extLst>
          </p:cNvPr>
          <p:cNvGrpSpPr/>
          <p:nvPr/>
        </p:nvGrpSpPr>
        <p:grpSpPr>
          <a:xfrm>
            <a:off x="2155472" y="2475873"/>
            <a:ext cx="1925151" cy="2086259"/>
            <a:chOff x="2155472" y="2475873"/>
            <a:chExt cx="1925151" cy="2086259"/>
          </a:xfrm>
        </p:grpSpPr>
        <p:sp>
          <p:nvSpPr>
            <p:cNvPr id="44" name="Arc 43">
              <a:extLst>
                <a:ext uri="{FF2B5EF4-FFF2-40B4-BE49-F238E27FC236}">
                  <a16:creationId xmlns:a16="http://schemas.microsoft.com/office/drawing/2014/main" id="{DBA89372-A56F-5763-4675-989C13D42A2E}"/>
                </a:ext>
              </a:extLst>
            </p:cNvPr>
            <p:cNvSpPr/>
            <p:nvPr/>
          </p:nvSpPr>
          <p:spPr>
            <a:xfrm rot="2909982">
              <a:off x="2138118" y="3023962"/>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30A341F4-3F4F-A7FA-1863-29999B4749E0}"/>
                </a:ext>
              </a:extLst>
            </p:cNvPr>
            <p:cNvSpPr/>
            <p:nvPr/>
          </p:nvSpPr>
          <p:spPr>
            <a:xfrm rot="8948363">
              <a:off x="2622984" y="2665955"/>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Oval 26">
              <a:extLst>
                <a:ext uri="{FF2B5EF4-FFF2-40B4-BE49-F238E27FC236}">
                  <a16:creationId xmlns:a16="http://schemas.microsoft.com/office/drawing/2014/main" id="{A438C1CE-DBE1-C241-02E0-583E322C493E}"/>
                </a:ext>
              </a:extLst>
            </p:cNvPr>
            <p:cNvSpPr/>
            <p:nvPr/>
          </p:nvSpPr>
          <p:spPr>
            <a:xfrm>
              <a:off x="2293421" y="2916212"/>
              <a:ext cx="1645920" cy="16459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05F6496-29AC-728B-EF5E-184DCCEDAADF}"/>
                </a:ext>
              </a:extLst>
            </p:cNvPr>
            <p:cNvSpPr/>
            <p:nvPr/>
          </p:nvSpPr>
          <p:spPr>
            <a:xfrm>
              <a:off x="2384861" y="3007652"/>
              <a:ext cx="1463040" cy="1463040"/>
            </a:xfrm>
            <a:prstGeom prst="ellipse">
              <a:avLst/>
            </a:prstGeom>
            <a:no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518778B-C758-FBBF-DE5E-831A9CF0AEF5}"/>
                </a:ext>
              </a:extLst>
            </p:cNvPr>
            <p:cNvSpPr txBox="1"/>
            <p:nvPr/>
          </p:nvSpPr>
          <p:spPr>
            <a:xfrm>
              <a:off x="2826242" y="3007652"/>
              <a:ext cx="580278" cy="461665"/>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02</a:t>
              </a:r>
              <a:endParaRPr lang="en-US"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62" name="Rectangle 61">
              <a:extLst>
                <a:ext uri="{FF2B5EF4-FFF2-40B4-BE49-F238E27FC236}">
                  <a16:creationId xmlns:a16="http://schemas.microsoft.com/office/drawing/2014/main" id="{F77C6A94-CC8B-DA94-CDDA-20768D03FEA7}"/>
                </a:ext>
              </a:extLst>
            </p:cNvPr>
            <p:cNvSpPr/>
            <p:nvPr/>
          </p:nvSpPr>
          <p:spPr>
            <a:xfrm rot="13168299">
              <a:off x="3689176" y="2475873"/>
              <a:ext cx="301059" cy="734142"/>
            </a:xfrm>
            <a:prstGeom prst="rect">
              <a:avLst/>
            </a:prstGeom>
            <a:solidFill>
              <a:srgbClr val="EDA92E"/>
            </a:solidFill>
            <a:ln>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Chevron arrows with solid fill">
              <a:extLst>
                <a:ext uri="{FF2B5EF4-FFF2-40B4-BE49-F238E27FC236}">
                  <a16:creationId xmlns:a16="http://schemas.microsoft.com/office/drawing/2014/main" id="{D6133120-5AAB-72C9-FBB1-4938141EEB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530943">
              <a:off x="3676922" y="2680162"/>
              <a:ext cx="325567" cy="325567"/>
            </a:xfrm>
            <a:prstGeom prst="rect">
              <a:avLst/>
            </a:prstGeom>
          </p:spPr>
        </p:pic>
        <p:sp>
          <p:nvSpPr>
            <p:cNvPr id="64" name="Arc 63">
              <a:extLst>
                <a:ext uri="{FF2B5EF4-FFF2-40B4-BE49-F238E27FC236}">
                  <a16:creationId xmlns:a16="http://schemas.microsoft.com/office/drawing/2014/main" id="{1A32B4CA-6239-FD0C-ADEB-014217C66399}"/>
                </a:ext>
              </a:extLst>
            </p:cNvPr>
            <p:cNvSpPr/>
            <p:nvPr/>
          </p:nvSpPr>
          <p:spPr>
            <a:xfrm rot="14657237">
              <a:off x="3739082" y="3053056"/>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Arc 64">
              <a:extLst>
                <a:ext uri="{FF2B5EF4-FFF2-40B4-BE49-F238E27FC236}">
                  <a16:creationId xmlns:a16="http://schemas.microsoft.com/office/drawing/2014/main" id="{7E3B1940-E000-C2D1-D5BD-DF10B10A20ED}"/>
                </a:ext>
              </a:extLst>
            </p:cNvPr>
            <p:cNvSpPr/>
            <p:nvPr/>
          </p:nvSpPr>
          <p:spPr>
            <a:xfrm rot="7617479">
              <a:off x="3288040" y="2672372"/>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0A40286D-6F80-65F9-79AB-C1C9E49230A8}"/>
                </a:ext>
              </a:extLst>
            </p:cNvPr>
            <p:cNvSpPr txBox="1"/>
            <p:nvPr/>
          </p:nvSpPr>
          <p:spPr>
            <a:xfrm>
              <a:off x="2400610" y="3461584"/>
              <a:ext cx="1457587" cy="584775"/>
            </a:xfrm>
            <a:prstGeom prst="rect">
              <a:avLst/>
            </a:prstGeom>
            <a:noFill/>
          </p:spPr>
          <p:txBody>
            <a:bodyPr wrap="square" rtlCol="0">
              <a:spAutoFit/>
            </a:bodyPr>
            <a:lstStyle/>
            <a:p>
              <a:pPr algn="ctr"/>
              <a:r>
                <a:rPr lang="en-US" sz="1600" b="1" dirty="0">
                  <a:latin typeface="Abadi" panose="020B0604020104020204" pitchFamily="34" charset="0"/>
                </a:rPr>
                <a:t>Racetrack Construction</a:t>
              </a:r>
            </a:p>
          </p:txBody>
        </p:sp>
      </p:grpSp>
      <p:grpSp>
        <p:nvGrpSpPr>
          <p:cNvPr id="15" name="Group 14">
            <a:extLst>
              <a:ext uri="{FF2B5EF4-FFF2-40B4-BE49-F238E27FC236}">
                <a16:creationId xmlns:a16="http://schemas.microsoft.com/office/drawing/2014/main" id="{AE69B441-4F72-9FC4-4E76-EBA7810D63F4}"/>
              </a:ext>
            </a:extLst>
          </p:cNvPr>
          <p:cNvGrpSpPr/>
          <p:nvPr/>
        </p:nvGrpSpPr>
        <p:grpSpPr>
          <a:xfrm>
            <a:off x="5048575" y="2479444"/>
            <a:ext cx="1930203" cy="2086259"/>
            <a:chOff x="5048575" y="2479444"/>
            <a:chExt cx="1930203" cy="2086259"/>
          </a:xfrm>
        </p:grpSpPr>
        <p:sp>
          <p:nvSpPr>
            <p:cNvPr id="75" name="Oval 74">
              <a:extLst>
                <a:ext uri="{FF2B5EF4-FFF2-40B4-BE49-F238E27FC236}">
                  <a16:creationId xmlns:a16="http://schemas.microsoft.com/office/drawing/2014/main" id="{E3933210-9BD2-B367-2B37-A56589B2523F}"/>
                </a:ext>
              </a:extLst>
            </p:cNvPr>
            <p:cNvSpPr/>
            <p:nvPr/>
          </p:nvSpPr>
          <p:spPr>
            <a:xfrm>
              <a:off x="5191576" y="2919783"/>
              <a:ext cx="1645920" cy="16459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Team Recruiting &amp; Training</a:t>
              </a:r>
            </a:p>
          </p:txBody>
        </p:sp>
        <p:sp>
          <p:nvSpPr>
            <p:cNvPr id="76" name="Oval 75">
              <a:extLst>
                <a:ext uri="{FF2B5EF4-FFF2-40B4-BE49-F238E27FC236}">
                  <a16:creationId xmlns:a16="http://schemas.microsoft.com/office/drawing/2014/main" id="{01635E9E-0E19-2C92-1E0B-065C56B94EE9}"/>
                </a:ext>
              </a:extLst>
            </p:cNvPr>
            <p:cNvSpPr/>
            <p:nvPr/>
          </p:nvSpPr>
          <p:spPr>
            <a:xfrm>
              <a:off x="5283016" y="3011223"/>
              <a:ext cx="1463040" cy="1463040"/>
            </a:xfrm>
            <a:prstGeom prst="ellipse">
              <a:avLst/>
            </a:prstGeom>
            <a:no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AE579F86-6AEE-88F2-0AB3-6DEE9A28FF19}"/>
                </a:ext>
              </a:extLst>
            </p:cNvPr>
            <p:cNvSpPr txBox="1"/>
            <p:nvPr/>
          </p:nvSpPr>
          <p:spPr>
            <a:xfrm>
              <a:off x="5724397" y="3011223"/>
              <a:ext cx="580278" cy="461665"/>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04</a:t>
              </a:r>
              <a:endParaRPr lang="en-US"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90" name="Rectangle 89">
              <a:extLst>
                <a:ext uri="{FF2B5EF4-FFF2-40B4-BE49-F238E27FC236}">
                  <a16:creationId xmlns:a16="http://schemas.microsoft.com/office/drawing/2014/main" id="{24442720-90F7-0D2E-737A-EC81E5CDEAEE}"/>
                </a:ext>
              </a:extLst>
            </p:cNvPr>
            <p:cNvSpPr/>
            <p:nvPr/>
          </p:nvSpPr>
          <p:spPr>
            <a:xfrm rot="13168299">
              <a:off x="6587331" y="2479444"/>
              <a:ext cx="301059" cy="734142"/>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1" name="Graphic 90" descr="Chevron arrows with solid fill">
              <a:extLst>
                <a:ext uri="{FF2B5EF4-FFF2-40B4-BE49-F238E27FC236}">
                  <a16:creationId xmlns:a16="http://schemas.microsoft.com/office/drawing/2014/main" id="{4089860D-58A5-8364-9B42-B1A37AE4D6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530943">
              <a:off x="6575077" y="2683733"/>
              <a:ext cx="325567" cy="325567"/>
            </a:xfrm>
            <a:prstGeom prst="rect">
              <a:avLst/>
            </a:prstGeom>
          </p:spPr>
        </p:pic>
        <p:sp>
          <p:nvSpPr>
            <p:cNvPr id="92" name="Arc 91">
              <a:extLst>
                <a:ext uri="{FF2B5EF4-FFF2-40B4-BE49-F238E27FC236}">
                  <a16:creationId xmlns:a16="http://schemas.microsoft.com/office/drawing/2014/main" id="{0FF17BC1-1356-3558-CB65-E647CB3ACCA3}"/>
                </a:ext>
              </a:extLst>
            </p:cNvPr>
            <p:cNvSpPr/>
            <p:nvPr/>
          </p:nvSpPr>
          <p:spPr>
            <a:xfrm rot="14657237">
              <a:off x="6637237" y="3056627"/>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3" name="Arc 92">
              <a:extLst>
                <a:ext uri="{FF2B5EF4-FFF2-40B4-BE49-F238E27FC236}">
                  <a16:creationId xmlns:a16="http://schemas.microsoft.com/office/drawing/2014/main" id="{86A5B227-D825-8476-4A12-317C5E0A3230}"/>
                </a:ext>
              </a:extLst>
            </p:cNvPr>
            <p:cNvSpPr/>
            <p:nvPr/>
          </p:nvSpPr>
          <p:spPr>
            <a:xfrm rot="7617479">
              <a:off x="6186195" y="2675943"/>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7" name="Arc 86">
              <a:extLst>
                <a:ext uri="{FF2B5EF4-FFF2-40B4-BE49-F238E27FC236}">
                  <a16:creationId xmlns:a16="http://schemas.microsoft.com/office/drawing/2014/main" id="{CF23C8F7-C3DC-1403-9163-603072680483}"/>
                </a:ext>
              </a:extLst>
            </p:cNvPr>
            <p:cNvSpPr/>
            <p:nvPr/>
          </p:nvSpPr>
          <p:spPr>
            <a:xfrm rot="2909982">
              <a:off x="5031221" y="3027533"/>
              <a:ext cx="358895" cy="324187"/>
            </a:xfrm>
            <a:prstGeom prst="arc">
              <a:avLst/>
            </a:prstGeom>
            <a:noFill/>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Arc 87">
              <a:extLst>
                <a:ext uri="{FF2B5EF4-FFF2-40B4-BE49-F238E27FC236}">
                  <a16:creationId xmlns:a16="http://schemas.microsoft.com/office/drawing/2014/main" id="{C4B15A71-4494-F442-6737-8F3A36F084AF}"/>
                </a:ext>
              </a:extLst>
            </p:cNvPr>
            <p:cNvSpPr/>
            <p:nvPr/>
          </p:nvSpPr>
          <p:spPr>
            <a:xfrm rot="8948363">
              <a:off x="5516087" y="2669526"/>
              <a:ext cx="358895" cy="324187"/>
            </a:xfrm>
            <a:prstGeom prst="arc">
              <a:avLst/>
            </a:prstGeom>
            <a:noFill/>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2362F81-845A-97B2-6C57-0FDD59988389}"/>
              </a:ext>
            </a:extLst>
          </p:cNvPr>
          <p:cNvGrpSpPr/>
          <p:nvPr/>
        </p:nvGrpSpPr>
        <p:grpSpPr>
          <a:xfrm>
            <a:off x="3586581" y="1143269"/>
            <a:ext cx="1966281" cy="2068276"/>
            <a:chOff x="3586581" y="1143269"/>
            <a:chExt cx="1966281" cy="2068276"/>
          </a:xfrm>
        </p:grpSpPr>
        <p:sp>
          <p:nvSpPr>
            <p:cNvPr id="66" name="Arc 65">
              <a:extLst>
                <a:ext uri="{FF2B5EF4-FFF2-40B4-BE49-F238E27FC236}">
                  <a16:creationId xmlns:a16="http://schemas.microsoft.com/office/drawing/2014/main" id="{A72FA8D7-A0DC-3B30-FEBD-DF6E3AB5E0C6}"/>
                </a:ext>
              </a:extLst>
            </p:cNvPr>
            <p:cNvSpPr/>
            <p:nvPr/>
          </p:nvSpPr>
          <p:spPr>
            <a:xfrm rot="18410646">
              <a:off x="4017808" y="2705725"/>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7" name="Arc 66">
              <a:extLst>
                <a:ext uri="{FF2B5EF4-FFF2-40B4-BE49-F238E27FC236}">
                  <a16:creationId xmlns:a16="http://schemas.microsoft.com/office/drawing/2014/main" id="{C1E9FAB6-A999-037A-1DC1-78C343132E5B}"/>
                </a:ext>
              </a:extLst>
            </p:cNvPr>
            <p:cNvSpPr/>
            <p:nvPr/>
          </p:nvSpPr>
          <p:spPr>
            <a:xfrm rot="2849027">
              <a:off x="3569227" y="2303185"/>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8" name="Group 67">
              <a:extLst>
                <a:ext uri="{FF2B5EF4-FFF2-40B4-BE49-F238E27FC236}">
                  <a16:creationId xmlns:a16="http://schemas.microsoft.com/office/drawing/2014/main" id="{9915C36C-C3FA-C9EC-00F9-E234D24CE1FF}"/>
                </a:ext>
              </a:extLst>
            </p:cNvPr>
            <p:cNvGrpSpPr/>
            <p:nvPr/>
          </p:nvGrpSpPr>
          <p:grpSpPr>
            <a:xfrm>
              <a:off x="3740243" y="1143269"/>
              <a:ext cx="1645920" cy="1645920"/>
              <a:chOff x="3552015" y="1211113"/>
              <a:chExt cx="1645920" cy="1645920"/>
            </a:xfrm>
            <a:solidFill>
              <a:srgbClr val="EDA92E"/>
            </a:solidFill>
          </p:grpSpPr>
          <p:sp>
            <p:nvSpPr>
              <p:cNvPr id="6" name="Oval 5">
                <a:extLst>
                  <a:ext uri="{FF2B5EF4-FFF2-40B4-BE49-F238E27FC236}">
                    <a16:creationId xmlns:a16="http://schemas.microsoft.com/office/drawing/2014/main" id="{2BFC1EE2-9D6F-5150-3E6D-CC46461AE54F}"/>
                  </a:ext>
                </a:extLst>
              </p:cNvPr>
              <p:cNvSpPr/>
              <p:nvPr/>
            </p:nvSpPr>
            <p:spPr>
              <a:xfrm>
                <a:off x="3552015" y="1211113"/>
                <a:ext cx="1645920" cy="164592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9DE7523-ECB2-69DA-D39D-035B99A57D11}"/>
                  </a:ext>
                </a:extLst>
              </p:cNvPr>
              <p:cNvSpPr/>
              <p:nvPr/>
            </p:nvSpPr>
            <p:spPr>
              <a:xfrm>
                <a:off x="3643455" y="1302553"/>
                <a:ext cx="1463040" cy="1463040"/>
              </a:xfrm>
              <a:prstGeom prst="ellipse">
                <a:avLst/>
              </a:prstGeom>
              <a:grp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E147A86-B523-A0BE-B87C-B7CF11981025}"/>
                  </a:ext>
                </a:extLst>
              </p:cNvPr>
              <p:cNvSpPr txBox="1"/>
              <p:nvPr/>
            </p:nvSpPr>
            <p:spPr>
              <a:xfrm>
                <a:off x="4099644" y="1302553"/>
                <a:ext cx="550661" cy="461665"/>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03</a:t>
                </a:r>
                <a:endParaRPr lang="en-US"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grpSp>
        <p:sp>
          <p:nvSpPr>
            <p:cNvPr id="83" name="Rectangle 82">
              <a:extLst>
                <a:ext uri="{FF2B5EF4-FFF2-40B4-BE49-F238E27FC236}">
                  <a16:creationId xmlns:a16="http://schemas.microsoft.com/office/drawing/2014/main" id="{38543B89-A305-1A68-67F8-505A5313BCBC}"/>
                </a:ext>
              </a:extLst>
            </p:cNvPr>
            <p:cNvSpPr/>
            <p:nvPr/>
          </p:nvSpPr>
          <p:spPr>
            <a:xfrm rot="19267635">
              <a:off x="5156736" y="2477403"/>
              <a:ext cx="301059" cy="734142"/>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Graphic 83" descr="Chevron arrows with solid fill">
              <a:extLst>
                <a:ext uri="{FF2B5EF4-FFF2-40B4-BE49-F238E27FC236}">
                  <a16:creationId xmlns:a16="http://schemas.microsoft.com/office/drawing/2014/main" id="{334A2D0E-37A4-B06D-098F-B2BCE0102A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3030279">
              <a:off x="5144481" y="2681691"/>
              <a:ext cx="325567" cy="325567"/>
            </a:xfrm>
            <a:prstGeom prst="rect">
              <a:avLst/>
            </a:prstGeom>
          </p:spPr>
        </p:pic>
        <p:sp>
          <p:nvSpPr>
            <p:cNvPr id="85" name="Arc 84">
              <a:extLst>
                <a:ext uri="{FF2B5EF4-FFF2-40B4-BE49-F238E27FC236}">
                  <a16:creationId xmlns:a16="http://schemas.microsoft.com/office/drawing/2014/main" id="{FE58CAB6-223C-E2FB-144C-ED4B98653C5D}"/>
                </a:ext>
              </a:extLst>
            </p:cNvPr>
            <p:cNvSpPr/>
            <p:nvPr/>
          </p:nvSpPr>
          <p:spPr>
            <a:xfrm rot="20756573">
              <a:off x="4747363" y="2684384"/>
              <a:ext cx="358895" cy="324187"/>
            </a:xfrm>
            <a:prstGeom prst="arc">
              <a:avLst/>
            </a:prstGeom>
            <a:noFill/>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6" name="Arc 85">
              <a:extLst>
                <a:ext uri="{FF2B5EF4-FFF2-40B4-BE49-F238E27FC236}">
                  <a16:creationId xmlns:a16="http://schemas.microsoft.com/office/drawing/2014/main" id="{778D7525-E4A7-48D3-AC5F-07FA50E5BBC5}"/>
                </a:ext>
              </a:extLst>
            </p:cNvPr>
            <p:cNvSpPr/>
            <p:nvPr/>
          </p:nvSpPr>
          <p:spPr>
            <a:xfrm rot="13716815">
              <a:off x="5211321" y="2319551"/>
              <a:ext cx="358895" cy="324187"/>
            </a:xfrm>
            <a:prstGeom prst="arc">
              <a:avLst/>
            </a:prstGeom>
            <a:noFill/>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2385BD12-904B-6E89-D895-665E9F3F8942}"/>
                </a:ext>
              </a:extLst>
            </p:cNvPr>
            <p:cNvSpPr txBox="1"/>
            <p:nvPr/>
          </p:nvSpPr>
          <p:spPr>
            <a:xfrm>
              <a:off x="3868495" y="1726581"/>
              <a:ext cx="1407009" cy="584775"/>
            </a:xfrm>
            <a:prstGeom prst="rect">
              <a:avLst/>
            </a:prstGeom>
            <a:noFill/>
          </p:spPr>
          <p:txBody>
            <a:bodyPr wrap="square" rtlCol="0">
              <a:spAutoFit/>
            </a:bodyPr>
            <a:lstStyle/>
            <a:p>
              <a:pPr algn="ctr"/>
              <a:r>
                <a:rPr lang="en-US" sz="1600" b="1" dirty="0">
                  <a:latin typeface="Abadi" panose="020B0604020104020204" pitchFamily="34" charset="0"/>
                </a:rPr>
                <a:t>Car Design &amp; Production</a:t>
              </a:r>
            </a:p>
          </p:txBody>
        </p:sp>
      </p:grpSp>
      <p:grpSp>
        <p:nvGrpSpPr>
          <p:cNvPr id="18" name="Group 17">
            <a:extLst>
              <a:ext uri="{FF2B5EF4-FFF2-40B4-BE49-F238E27FC236}">
                <a16:creationId xmlns:a16="http://schemas.microsoft.com/office/drawing/2014/main" id="{13D93330-FC82-7F88-8D99-9A2F259DCF28}"/>
              </a:ext>
            </a:extLst>
          </p:cNvPr>
          <p:cNvGrpSpPr/>
          <p:nvPr/>
        </p:nvGrpSpPr>
        <p:grpSpPr>
          <a:xfrm>
            <a:off x="6484736" y="1146840"/>
            <a:ext cx="1799582" cy="1903997"/>
            <a:chOff x="6484736" y="1146840"/>
            <a:chExt cx="1799582" cy="1903997"/>
          </a:xfrm>
        </p:grpSpPr>
        <p:sp>
          <p:nvSpPr>
            <p:cNvPr id="94" name="Arc 93">
              <a:extLst>
                <a:ext uri="{FF2B5EF4-FFF2-40B4-BE49-F238E27FC236}">
                  <a16:creationId xmlns:a16="http://schemas.microsoft.com/office/drawing/2014/main" id="{0D4DF3AD-DF24-CDEC-D2BC-C028B95E50E5}"/>
                </a:ext>
              </a:extLst>
            </p:cNvPr>
            <p:cNvSpPr/>
            <p:nvPr/>
          </p:nvSpPr>
          <p:spPr>
            <a:xfrm rot="18410646">
              <a:off x="6915963" y="2709296"/>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8873EF4B-A0F4-CA78-AC61-AD0AD671B270}"/>
                </a:ext>
              </a:extLst>
            </p:cNvPr>
            <p:cNvGrpSpPr/>
            <p:nvPr/>
          </p:nvGrpSpPr>
          <p:grpSpPr>
            <a:xfrm>
              <a:off x="6484736" y="1146840"/>
              <a:ext cx="1799582" cy="1645920"/>
              <a:chOff x="6484736" y="1146840"/>
              <a:chExt cx="1799582" cy="1645920"/>
            </a:xfrm>
          </p:grpSpPr>
          <p:sp>
            <p:nvSpPr>
              <p:cNvPr id="95" name="Arc 94">
                <a:extLst>
                  <a:ext uri="{FF2B5EF4-FFF2-40B4-BE49-F238E27FC236}">
                    <a16:creationId xmlns:a16="http://schemas.microsoft.com/office/drawing/2014/main" id="{3897DFCD-ECCA-7D97-23B9-FE53DDB0A0F7}"/>
                  </a:ext>
                </a:extLst>
              </p:cNvPr>
              <p:cNvSpPr/>
              <p:nvPr/>
            </p:nvSpPr>
            <p:spPr>
              <a:xfrm rot="2849027">
                <a:off x="6467382" y="2306756"/>
                <a:ext cx="358895" cy="324187"/>
              </a:xfrm>
              <a:prstGeom prst="arc">
                <a:avLst/>
              </a:prstGeom>
              <a:ln w="38100">
                <a:solidFill>
                  <a:srgbClr val="EDA92E"/>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9" name="Oval 78">
                <a:extLst>
                  <a:ext uri="{FF2B5EF4-FFF2-40B4-BE49-F238E27FC236}">
                    <a16:creationId xmlns:a16="http://schemas.microsoft.com/office/drawing/2014/main" id="{6E44317D-C8B5-72E4-64B1-306E89687CC3}"/>
                  </a:ext>
                </a:extLst>
              </p:cNvPr>
              <p:cNvSpPr/>
              <p:nvPr/>
            </p:nvSpPr>
            <p:spPr>
              <a:xfrm>
                <a:off x="6638398" y="1146840"/>
                <a:ext cx="1645920" cy="164592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5B6158E-3B3F-B333-30E9-4A3AC6B3FE01}"/>
                  </a:ext>
                </a:extLst>
              </p:cNvPr>
              <p:cNvSpPr/>
              <p:nvPr/>
            </p:nvSpPr>
            <p:spPr>
              <a:xfrm>
                <a:off x="6729838" y="1238280"/>
                <a:ext cx="1463040" cy="1463040"/>
              </a:xfrm>
              <a:prstGeom prst="ellipse">
                <a:avLst/>
              </a:prstGeom>
              <a:solidFill>
                <a:srgbClr val="EDA92E"/>
              </a:solidFill>
              <a:ln w="38100">
                <a:solidFill>
                  <a:srgbClr val="C66D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endParaRPr>
              </a:p>
            </p:txBody>
          </p:sp>
          <p:sp>
            <p:nvSpPr>
              <p:cNvPr id="81" name="TextBox 80">
                <a:extLst>
                  <a:ext uri="{FF2B5EF4-FFF2-40B4-BE49-F238E27FC236}">
                    <a16:creationId xmlns:a16="http://schemas.microsoft.com/office/drawing/2014/main" id="{7AB6F57A-2039-2155-DDC6-457069279776}"/>
                  </a:ext>
                </a:extLst>
              </p:cNvPr>
              <p:cNvSpPr txBox="1"/>
              <p:nvPr/>
            </p:nvSpPr>
            <p:spPr>
              <a:xfrm>
                <a:off x="7186027" y="1238280"/>
                <a:ext cx="550661" cy="461665"/>
              </a:xfrm>
              <a:prstGeom prst="rect">
                <a:avLst/>
              </a:prstGeom>
              <a:noFill/>
            </p:spPr>
            <p:txBody>
              <a:bodyPr wrap="square" rtlCol="0">
                <a:spAutoFit/>
              </a:bodyPr>
              <a:lstStyle/>
              <a:p>
                <a:r>
                  <a:rPr lang="it-IT"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rPr>
                  <a:t>05</a:t>
                </a:r>
                <a:endParaRPr lang="en-US" sz="2400" b="1" dirty="0">
                  <a:solidFill>
                    <a:srgbClr val="C66D2B"/>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5" name="TextBox 4">
                <a:extLst>
                  <a:ext uri="{FF2B5EF4-FFF2-40B4-BE49-F238E27FC236}">
                    <a16:creationId xmlns:a16="http://schemas.microsoft.com/office/drawing/2014/main" id="{7ADDFA29-7719-FD90-FE62-3EBDD7938226}"/>
                  </a:ext>
                </a:extLst>
              </p:cNvPr>
              <p:cNvSpPr txBox="1"/>
              <p:nvPr/>
            </p:nvSpPr>
            <p:spPr>
              <a:xfrm>
                <a:off x="6777393" y="1691995"/>
                <a:ext cx="1367928" cy="584775"/>
              </a:xfrm>
              <a:prstGeom prst="rect">
                <a:avLst/>
              </a:prstGeom>
              <a:noFill/>
            </p:spPr>
            <p:txBody>
              <a:bodyPr wrap="square" rtlCol="0">
                <a:spAutoFit/>
              </a:bodyPr>
              <a:lstStyle/>
              <a:p>
                <a:pPr algn="ctr"/>
                <a:r>
                  <a:rPr lang="it-IT" sz="1600" b="1" dirty="0"/>
                  <a:t>Marketing </a:t>
                </a:r>
                <a:endParaRPr lang="en-US" sz="1600" b="1" dirty="0"/>
              </a:p>
              <a:p>
                <a:pPr algn="ctr"/>
                <a:r>
                  <a:rPr lang="en-US" sz="1600" b="1" dirty="0"/>
                  <a:t>Campaign</a:t>
                </a:r>
              </a:p>
            </p:txBody>
          </p:sp>
        </p:grpSp>
      </p:grpSp>
    </p:spTree>
    <p:extLst>
      <p:ext uri="{BB962C8B-B14F-4D97-AF65-F5344CB8AC3E}">
        <p14:creationId xmlns:p14="http://schemas.microsoft.com/office/powerpoint/2010/main" val="391557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04CB845A-97EA-21EE-284F-1DF133E832F2}"/>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250E840E-F192-3B9F-B1F7-8532F33C37ED}"/>
              </a:ext>
            </a:extLst>
          </p:cNvPr>
          <p:cNvSpPr>
            <a:spLocks noGrp="1"/>
          </p:cNvSpPr>
          <p:nvPr>
            <p:ph type="title"/>
          </p:nvPr>
        </p:nvSpPr>
        <p:spPr>
          <a:xfrm>
            <a:off x="431625" y="125501"/>
            <a:ext cx="7886700" cy="994172"/>
          </a:xfrm>
        </p:spPr>
        <p:txBody>
          <a:bodyPr/>
          <a:lstStyle/>
          <a:p>
            <a:r>
              <a:rPr lang="it-IT" b="1" dirty="0"/>
              <a:t>FINANCE FORECAST</a:t>
            </a:r>
            <a:endParaRPr lang="en-US" b="1" dirty="0"/>
          </a:p>
        </p:txBody>
      </p:sp>
      <p:sp>
        <p:nvSpPr>
          <p:cNvPr id="9" name="Rectangle: Rounded Corners 8">
            <a:extLst>
              <a:ext uri="{FF2B5EF4-FFF2-40B4-BE49-F238E27FC236}">
                <a16:creationId xmlns:a16="http://schemas.microsoft.com/office/drawing/2014/main" id="{2FEA360B-D0EF-6C8B-64B4-68CB3142468E}"/>
              </a:ext>
            </a:extLst>
          </p:cNvPr>
          <p:cNvSpPr/>
          <p:nvPr/>
        </p:nvSpPr>
        <p:spPr>
          <a:xfrm>
            <a:off x="6827054" y="2211889"/>
            <a:ext cx="1959299" cy="719722"/>
          </a:xfrm>
          <a:prstGeom prst="roundRect">
            <a:avLst/>
          </a:prstGeom>
          <a:solidFill>
            <a:srgbClr val="EDA92E"/>
          </a:solidFill>
          <a:ln>
            <a:solidFill>
              <a:srgbClr val="EDA9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dirty="0">
                <a:solidFill>
                  <a:schemeClr val="tx1"/>
                </a:solidFill>
                <a:latin typeface="Abadi" panose="020B0604020104020204" pitchFamily="34" charset="0"/>
              </a:rPr>
              <a:t>ROI (5 YEARS)</a:t>
            </a:r>
          </a:p>
          <a:p>
            <a:pPr algn="ctr"/>
            <a:r>
              <a:rPr lang="en-US" sz="2000" b="1" dirty="0">
                <a:solidFill>
                  <a:schemeClr val="tx1"/>
                </a:solidFill>
                <a:latin typeface="Abadi" panose="020B0604020104020204" pitchFamily="34" charset="0"/>
              </a:rPr>
              <a:t>9.85%</a:t>
            </a:r>
          </a:p>
        </p:txBody>
      </p:sp>
      <p:graphicFrame>
        <p:nvGraphicFramePr>
          <p:cNvPr id="3" name="Chart 2">
            <a:extLst>
              <a:ext uri="{FF2B5EF4-FFF2-40B4-BE49-F238E27FC236}">
                <a16:creationId xmlns:a16="http://schemas.microsoft.com/office/drawing/2014/main" id="{D970F01C-9D6F-41B9-BF55-44F590944E1C}"/>
              </a:ext>
            </a:extLst>
          </p:cNvPr>
          <p:cNvGraphicFramePr>
            <a:graphicFrameLocks/>
          </p:cNvGraphicFramePr>
          <p:nvPr>
            <p:extLst>
              <p:ext uri="{D42A27DB-BD31-4B8C-83A1-F6EECF244321}">
                <p14:modId xmlns:p14="http://schemas.microsoft.com/office/powerpoint/2010/main" val="3469999807"/>
              </p:ext>
            </p:extLst>
          </p:nvPr>
        </p:nvGraphicFramePr>
        <p:xfrm>
          <a:off x="357647" y="1047218"/>
          <a:ext cx="6227711" cy="38267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0776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EE2A4010-C2F9-98EB-748C-375E8F21931D}"/>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4B8F4FA9-76DC-0004-A6A0-CAE287B0E7F9}"/>
              </a:ext>
            </a:extLst>
          </p:cNvPr>
          <p:cNvSpPr>
            <a:spLocks noGrp="1"/>
          </p:cNvSpPr>
          <p:nvPr>
            <p:ph type="title"/>
          </p:nvPr>
        </p:nvSpPr>
        <p:spPr>
          <a:xfrm>
            <a:off x="431625" y="125501"/>
            <a:ext cx="3751376" cy="994172"/>
          </a:xfrm>
        </p:spPr>
        <p:txBody>
          <a:bodyPr/>
          <a:lstStyle/>
          <a:p>
            <a:r>
              <a:rPr lang="it-IT" b="1" dirty="0"/>
              <a:t>INVESTMENT ASK</a:t>
            </a:r>
            <a:endParaRPr lang="en-US" b="1" dirty="0"/>
          </a:p>
        </p:txBody>
      </p:sp>
      <p:grpSp>
        <p:nvGrpSpPr>
          <p:cNvPr id="8" name="Group 7">
            <a:extLst>
              <a:ext uri="{FF2B5EF4-FFF2-40B4-BE49-F238E27FC236}">
                <a16:creationId xmlns:a16="http://schemas.microsoft.com/office/drawing/2014/main" id="{AAEC2E60-14D7-7D0A-0D2C-067D875D7557}"/>
              </a:ext>
            </a:extLst>
          </p:cNvPr>
          <p:cNvGrpSpPr/>
          <p:nvPr/>
        </p:nvGrpSpPr>
        <p:grpSpPr>
          <a:xfrm>
            <a:off x="1699846" y="938104"/>
            <a:ext cx="5744308" cy="3863487"/>
            <a:chOff x="1524000" y="756983"/>
            <a:chExt cx="6096000" cy="4064000"/>
          </a:xfrm>
        </p:grpSpPr>
        <p:graphicFrame>
          <p:nvGraphicFramePr>
            <p:cNvPr id="4" name="Chart 3">
              <a:extLst>
                <a:ext uri="{FF2B5EF4-FFF2-40B4-BE49-F238E27FC236}">
                  <a16:creationId xmlns:a16="http://schemas.microsoft.com/office/drawing/2014/main" id="{663186E9-F723-209B-4017-061440014246}"/>
                </a:ext>
              </a:extLst>
            </p:cNvPr>
            <p:cNvGraphicFramePr/>
            <p:nvPr>
              <p:extLst>
                <p:ext uri="{D42A27DB-BD31-4B8C-83A1-F6EECF244321}">
                  <p14:modId xmlns:p14="http://schemas.microsoft.com/office/powerpoint/2010/main" val="458693967"/>
                </p:ext>
              </p:extLst>
            </p:nvPr>
          </p:nvGraphicFramePr>
          <p:xfrm>
            <a:off x="1524000" y="756983"/>
            <a:ext cx="6096000" cy="4064000"/>
          </p:xfrm>
          <a:graphic>
            <a:graphicData uri="http://schemas.openxmlformats.org/drawingml/2006/chart">
              <c:chart xmlns:c="http://schemas.openxmlformats.org/drawingml/2006/chart" xmlns:r="http://schemas.openxmlformats.org/officeDocument/2006/relationships" r:id="rId3"/>
            </a:graphicData>
          </a:graphic>
        </p:graphicFrame>
        <p:sp>
          <p:nvSpPr>
            <p:cNvPr id="5" name="Oval 4">
              <a:extLst>
                <a:ext uri="{FF2B5EF4-FFF2-40B4-BE49-F238E27FC236}">
                  <a16:creationId xmlns:a16="http://schemas.microsoft.com/office/drawing/2014/main" id="{814E9C0A-98E6-3754-146C-283FBB55A4F0}"/>
                </a:ext>
              </a:extLst>
            </p:cNvPr>
            <p:cNvSpPr/>
            <p:nvPr/>
          </p:nvSpPr>
          <p:spPr>
            <a:xfrm>
              <a:off x="3108960" y="1323607"/>
              <a:ext cx="2926080" cy="2926080"/>
            </a:xfrm>
            <a:prstGeom prst="ellipse">
              <a:avLst/>
            </a:prstGeom>
            <a:solidFill>
              <a:srgbClr val="C66D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006245A3-0758-C760-EFAF-1AF6D6D3DE1D}"/>
              </a:ext>
            </a:extLst>
          </p:cNvPr>
          <p:cNvSpPr txBox="1"/>
          <p:nvPr/>
        </p:nvSpPr>
        <p:spPr>
          <a:xfrm>
            <a:off x="3316595" y="2177351"/>
            <a:ext cx="2510810" cy="1384995"/>
          </a:xfrm>
          <a:prstGeom prst="rect">
            <a:avLst/>
          </a:prstGeom>
          <a:noFill/>
        </p:spPr>
        <p:txBody>
          <a:bodyPr wrap="square" rtlCol="0">
            <a:spAutoFit/>
          </a:bodyPr>
          <a:lstStyle/>
          <a:p>
            <a:pPr algn="ctr"/>
            <a:r>
              <a:rPr lang="it-IT" sz="2400" dirty="0"/>
              <a:t>RAISING:</a:t>
            </a:r>
          </a:p>
          <a:p>
            <a:pPr algn="ctr"/>
            <a:r>
              <a:rPr lang="it-IT" sz="6000" b="1" dirty="0"/>
              <a:t>£8M</a:t>
            </a:r>
            <a:endParaRPr lang="en-US" sz="6000" b="1" dirty="0"/>
          </a:p>
        </p:txBody>
      </p:sp>
      <p:sp>
        <p:nvSpPr>
          <p:cNvPr id="10" name="TextBox 9">
            <a:extLst>
              <a:ext uri="{FF2B5EF4-FFF2-40B4-BE49-F238E27FC236}">
                <a16:creationId xmlns:a16="http://schemas.microsoft.com/office/drawing/2014/main" id="{7B9D8D98-F788-14EE-4EB8-8BEEBDCC91B2}"/>
              </a:ext>
            </a:extLst>
          </p:cNvPr>
          <p:cNvSpPr txBox="1"/>
          <p:nvPr/>
        </p:nvSpPr>
        <p:spPr>
          <a:xfrm>
            <a:off x="7094470" y="3076371"/>
            <a:ext cx="1499449" cy="1200329"/>
          </a:xfrm>
          <a:prstGeom prst="rect">
            <a:avLst/>
          </a:prstGeom>
          <a:noFill/>
        </p:spPr>
        <p:txBody>
          <a:bodyPr wrap="square" rtlCol="0">
            <a:spAutoFit/>
          </a:bodyPr>
          <a:lstStyle/>
          <a:p>
            <a:r>
              <a:rPr lang="it-IT" sz="2400" b="1" dirty="0"/>
              <a:t>87.7%</a:t>
            </a:r>
          </a:p>
          <a:p>
            <a:r>
              <a:rPr lang="it-IT" sz="1600" dirty="0"/>
              <a:t>Facilities and Racetrack Construction</a:t>
            </a:r>
          </a:p>
        </p:txBody>
      </p:sp>
      <p:sp>
        <p:nvSpPr>
          <p:cNvPr id="11" name="TextBox 10">
            <a:extLst>
              <a:ext uri="{FF2B5EF4-FFF2-40B4-BE49-F238E27FC236}">
                <a16:creationId xmlns:a16="http://schemas.microsoft.com/office/drawing/2014/main" id="{AD7353AA-DC8C-3D42-E406-FB5A2F270578}"/>
              </a:ext>
            </a:extLst>
          </p:cNvPr>
          <p:cNvSpPr txBox="1"/>
          <p:nvPr/>
        </p:nvSpPr>
        <p:spPr>
          <a:xfrm>
            <a:off x="826791" y="1480522"/>
            <a:ext cx="1659205" cy="954107"/>
          </a:xfrm>
          <a:prstGeom prst="rect">
            <a:avLst/>
          </a:prstGeom>
          <a:noFill/>
        </p:spPr>
        <p:txBody>
          <a:bodyPr wrap="square" rtlCol="0">
            <a:spAutoFit/>
          </a:bodyPr>
          <a:lstStyle/>
          <a:p>
            <a:pPr algn="r"/>
            <a:r>
              <a:rPr lang="it-IT" sz="2400" b="1" dirty="0"/>
              <a:t>0.4%</a:t>
            </a:r>
          </a:p>
          <a:p>
            <a:pPr algn="r"/>
            <a:r>
              <a:rPr lang="it-IT" sz="1600" dirty="0"/>
              <a:t>Marketing and Communication</a:t>
            </a:r>
          </a:p>
        </p:txBody>
      </p:sp>
      <p:sp>
        <p:nvSpPr>
          <p:cNvPr id="13" name="TextBox 12">
            <a:extLst>
              <a:ext uri="{FF2B5EF4-FFF2-40B4-BE49-F238E27FC236}">
                <a16:creationId xmlns:a16="http://schemas.microsoft.com/office/drawing/2014/main" id="{50D60764-9DC5-5715-F051-61EDCFEA4AFE}"/>
              </a:ext>
            </a:extLst>
          </p:cNvPr>
          <p:cNvSpPr txBox="1"/>
          <p:nvPr/>
        </p:nvSpPr>
        <p:spPr>
          <a:xfrm>
            <a:off x="613350" y="2799942"/>
            <a:ext cx="1703754" cy="1015663"/>
          </a:xfrm>
          <a:prstGeom prst="rect">
            <a:avLst/>
          </a:prstGeom>
          <a:noFill/>
        </p:spPr>
        <p:txBody>
          <a:bodyPr wrap="square">
            <a:spAutoFit/>
          </a:bodyPr>
          <a:lstStyle/>
          <a:p>
            <a:pPr algn="r"/>
            <a:r>
              <a:rPr lang="it-IT" sz="2800" b="1" dirty="0"/>
              <a:t>11.3%</a:t>
            </a:r>
          </a:p>
          <a:p>
            <a:pPr algn="r"/>
            <a:r>
              <a:rPr lang="it-IT" sz="1600" dirty="0"/>
              <a:t>Cars Design and Production</a:t>
            </a:r>
          </a:p>
        </p:txBody>
      </p:sp>
      <p:sp>
        <p:nvSpPr>
          <p:cNvPr id="14" name="TextBox 13">
            <a:extLst>
              <a:ext uri="{FF2B5EF4-FFF2-40B4-BE49-F238E27FC236}">
                <a16:creationId xmlns:a16="http://schemas.microsoft.com/office/drawing/2014/main" id="{F6DFAEC5-5A41-2301-2F25-9C94181753CD}"/>
              </a:ext>
            </a:extLst>
          </p:cNvPr>
          <p:cNvSpPr txBox="1"/>
          <p:nvPr/>
        </p:nvSpPr>
        <p:spPr>
          <a:xfrm>
            <a:off x="6839243" y="1156919"/>
            <a:ext cx="1703754" cy="1015663"/>
          </a:xfrm>
          <a:prstGeom prst="rect">
            <a:avLst/>
          </a:prstGeom>
          <a:noFill/>
        </p:spPr>
        <p:txBody>
          <a:bodyPr wrap="square">
            <a:spAutoFit/>
          </a:bodyPr>
          <a:lstStyle/>
          <a:p>
            <a:r>
              <a:rPr lang="it-IT" sz="2800" b="1" dirty="0"/>
              <a:t>0.6%</a:t>
            </a:r>
          </a:p>
          <a:p>
            <a:r>
              <a:rPr lang="it-IT" sz="1600" dirty="0"/>
              <a:t>Human Resources</a:t>
            </a:r>
          </a:p>
        </p:txBody>
      </p:sp>
      <p:cxnSp>
        <p:nvCxnSpPr>
          <p:cNvPr id="15" name="Straight Connector 14">
            <a:extLst>
              <a:ext uri="{FF2B5EF4-FFF2-40B4-BE49-F238E27FC236}">
                <a16:creationId xmlns:a16="http://schemas.microsoft.com/office/drawing/2014/main" id="{95EFDB06-494E-A298-9B08-DD3754380215}"/>
              </a:ext>
            </a:extLst>
          </p:cNvPr>
          <p:cNvCxnSpPr>
            <a:cxnSpLocks/>
          </p:cNvCxnSpPr>
          <p:nvPr/>
        </p:nvCxnSpPr>
        <p:spPr>
          <a:xfrm>
            <a:off x="4393695" y="933662"/>
            <a:ext cx="0" cy="197016"/>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A651E45-EACB-C6B0-27EF-797298860420}"/>
              </a:ext>
            </a:extLst>
          </p:cNvPr>
          <p:cNvCxnSpPr>
            <a:cxnSpLocks/>
          </p:cNvCxnSpPr>
          <p:nvPr/>
        </p:nvCxnSpPr>
        <p:spPr>
          <a:xfrm flipH="1">
            <a:off x="4375312" y="938104"/>
            <a:ext cx="2886356"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F6D4F0-4D41-FF8C-5A66-17D9D8BA1BD9}"/>
              </a:ext>
            </a:extLst>
          </p:cNvPr>
          <p:cNvCxnSpPr>
            <a:cxnSpLocks/>
          </p:cNvCxnSpPr>
          <p:nvPr/>
        </p:nvCxnSpPr>
        <p:spPr>
          <a:xfrm flipH="1">
            <a:off x="6223644" y="2851112"/>
            <a:ext cx="1226096"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C427CD31-84A1-5FA9-70DD-206CEBDDAD53}"/>
              </a:ext>
            </a:extLst>
          </p:cNvPr>
          <p:cNvSpPr/>
          <p:nvPr/>
        </p:nvSpPr>
        <p:spPr>
          <a:xfrm>
            <a:off x="7397076" y="2976398"/>
            <a:ext cx="137160" cy="13716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AB523E2F-8157-1A18-CB8E-015869564E79}"/>
              </a:ext>
            </a:extLst>
          </p:cNvPr>
          <p:cNvCxnSpPr>
            <a:cxnSpLocks/>
          </p:cNvCxnSpPr>
          <p:nvPr/>
        </p:nvCxnSpPr>
        <p:spPr>
          <a:xfrm>
            <a:off x="7465656" y="2832104"/>
            <a:ext cx="0" cy="197016"/>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ABB824F-376E-02AC-7645-B5C41525F332}"/>
              </a:ext>
            </a:extLst>
          </p:cNvPr>
          <p:cNvCxnSpPr>
            <a:cxnSpLocks/>
          </p:cNvCxnSpPr>
          <p:nvPr/>
        </p:nvCxnSpPr>
        <p:spPr>
          <a:xfrm flipH="1">
            <a:off x="1635906" y="2594211"/>
            <a:ext cx="1434465"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C00C36E7-C5AD-F6D1-CF60-A8386D04979F}"/>
              </a:ext>
            </a:extLst>
          </p:cNvPr>
          <p:cNvSpPr/>
          <p:nvPr/>
        </p:nvSpPr>
        <p:spPr>
          <a:xfrm>
            <a:off x="1586377" y="2723741"/>
            <a:ext cx="137160" cy="13716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C4FFEEFD-2E3E-BF91-3363-82AECBC9B7FB}"/>
              </a:ext>
            </a:extLst>
          </p:cNvPr>
          <p:cNvCxnSpPr>
            <a:cxnSpLocks/>
          </p:cNvCxnSpPr>
          <p:nvPr/>
        </p:nvCxnSpPr>
        <p:spPr>
          <a:xfrm>
            <a:off x="1654957" y="2579447"/>
            <a:ext cx="0" cy="197016"/>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23329AC-5170-5202-7555-1937CE45581A}"/>
              </a:ext>
            </a:extLst>
          </p:cNvPr>
          <p:cNvCxnSpPr>
            <a:cxnSpLocks/>
          </p:cNvCxnSpPr>
          <p:nvPr/>
        </p:nvCxnSpPr>
        <p:spPr>
          <a:xfrm flipH="1">
            <a:off x="1920228" y="1250381"/>
            <a:ext cx="1997431" cy="0"/>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0BB6BD74-9B9A-F43B-706A-7183D8A5B125}"/>
              </a:ext>
            </a:extLst>
          </p:cNvPr>
          <p:cNvSpPr/>
          <p:nvPr/>
        </p:nvSpPr>
        <p:spPr>
          <a:xfrm>
            <a:off x="1865969" y="1375152"/>
            <a:ext cx="137160" cy="13716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8BC1CEBE-ECA4-B21E-7EEC-8EBE77F0139F}"/>
              </a:ext>
            </a:extLst>
          </p:cNvPr>
          <p:cNvCxnSpPr>
            <a:cxnSpLocks/>
          </p:cNvCxnSpPr>
          <p:nvPr/>
        </p:nvCxnSpPr>
        <p:spPr>
          <a:xfrm>
            <a:off x="1934549" y="1230858"/>
            <a:ext cx="0" cy="197016"/>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76F5D009-8C0A-4BAF-1C67-8FF94B5AFFC6}"/>
              </a:ext>
            </a:extLst>
          </p:cNvPr>
          <p:cNvSpPr/>
          <p:nvPr/>
        </p:nvSpPr>
        <p:spPr>
          <a:xfrm>
            <a:off x="7172880" y="1081404"/>
            <a:ext cx="137160" cy="13716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8ECBE14C-7BE2-A891-5EA7-89BF068E928F}"/>
              </a:ext>
            </a:extLst>
          </p:cNvPr>
          <p:cNvCxnSpPr>
            <a:cxnSpLocks/>
          </p:cNvCxnSpPr>
          <p:nvPr/>
        </p:nvCxnSpPr>
        <p:spPr>
          <a:xfrm>
            <a:off x="7241460" y="937110"/>
            <a:ext cx="0" cy="197016"/>
          </a:xfrm>
          <a:prstGeom prst="line">
            <a:avLst/>
          </a:prstGeom>
          <a:ln w="38100">
            <a:solidFill>
              <a:srgbClr val="EDA92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223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66D2B"/>
        </a:solidFill>
        <a:effectLst/>
      </p:bgPr>
    </p:bg>
    <p:spTree>
      <p:nvGrpSpPr>
        <p:cNvPr id="1" name="">
          <a:extLst>
            <a:ext uri="{FF2B5EF4-FFF2-40B4-BE49-F238E27FC236}">
              <a16:creationId xmlns:a16="http://schemas.microsoft.com/office/drawing/2014/main" id="{66C13127-23C8-DEEE-4A58-A3756EAE38C8}"/>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ECD08A16-F0C5-403D-71A0-25561BDDFB2F}"/>
              </a:ext>
            </a:extLst>
          </p:cNvPr>
          <p:cNvSpPr>
            <a:spLocks noGrp="1"/>
          </p:cNvSpPr>
          <p:nvPr>
            <p:ph type="title"/>
          </p:nvPr>
        </p:nvSpPr>
        <p:spPr>
          <a:xfrm>
            <a:off x="2266298" y="991444"/>
            <a:ext cx="4611401" cy="994172"/>
          </a:xfrm>
        </p:spPr>
        <p:txBody>
          <a:bodyPr>
            <a:normAutofit fontScale="90000"/>
          </a:bodyPr>
          <a:lstStyle/>
          <a:p>
            <a:r>
              <a:rPr lang="it-IT" b="1" dirty="0"/>
              <a:t>SCAN FOR MORE DETAILS!</a:t>
            </a:r>
            <a:endParaRPr lang="en-US" b="1" dirty="0"/>
          </a:p>
        </p:txBody>
      </p:sp>
      <p:sp>
        <p:nvSpPr>
          <p:cNvPr id="2" name="Oval 1">
            <a:extLst>
              <a:ext uri="{FF2B5EF4-FFF2-40B4-BE49-F238E27FC236}">
                <a16:creationId xmlns:a16="http://schemas.microsoft.com/office/drawing/2014/main" id="{38E2EB64-DAD6-8705-D606-822144D7E8A5}"/>
              </a:ext>
            </a:extLst>
          </p:cNvPr>
          <p:cNvSpPr>
            <a:spLocks noChangeAspect="1"/>
          </p:cNvSpPr>
          <p:nvPr/>
        </p:nvSpPr>
        <p:spPr>
          <a:xfrm>
            <a:off x="718485" y="3219450"/>
            <a:ext cx="1547813" cy="1547813"/>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CD77EB3-C82E-52AA-2F08-04E1B36DEAD3}"/>
              </a:ext>
            </a:extLst>
          </p:cNvPr>
          <p:cNvSpPr>
            <a:spLocks noChangeAspect="1"/>
          </p:cNvSpPr>
          <p:nvPr/>
        </p:nvSpPr>
        <p:spPr>
          <a:xfrm>
            <a:off x="6739150" y="3449203"/>
            <a:ext cx="1311909" cy="1311909"/>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3C15ED0-0F2F-C200-6FFA-423DB4926E0D}"/>
              </a:ext>
            </a:extLst>
          </p:cNvPr>
          <p:cNvSpPr>
            <a:spLocks noChangeAspect="1"/>
          </p:cNvSpPr>
          <p:nvPr/>
        </p:nvSpPr>
        <p:spPr>
          <a:xfrm>
            <a:off x="450043" y="1892280"/>
            <a:ext cx="846049" cy="846049"/>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ED20D21-F352-60E5-149D-EEC09D641E12}"/>
              </a:ext>
            </a:extLst>
          </p:cNvPr>
          <p:cNvSpPr>
            <a:spLocks noChangeAspect="1"/>
          </p:cNvSpPr>
          <p:nvPr/>
        </p:nvSpPr>
        <p:spPr>
          <a:xfrm>
            <a:off x="8052607" y="1102877"/>
            <a:ext cx="1282700" cy="1282700"/>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AA005F5-5CA8-69B8-B585-A966D4D423A2}"/>
              </a:ext>
            </a:extLst>
          </p:cNvPr>
          <p:cNvSpPr>
            <a:spLocks noChangeAspect="1"/>
          </p:cNvSpPr>
          <p:nvPr/>
        </p:nvSpPr>
        <p:spPr>
          <a:xfrm>
            <a:off x="6167910" y="-783639"/>
            <a:ext cx="1419577" cy="1419577"/>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91E2CB5-F86D-1D20-1081-E2264D5A6632}"/>
              </a:ext>
            </a:extLst>
          </p:cNvPr>
          <p:cNvSpPr>
            <a:spLocks noChangeAspect="1"/>
          </p:cNvSpPr>
          <p:nvPr/>
        </p:nvSpPr>
        <p:spPr>
          <a:xfrm>
            <a:off x="1936278" y="2256594"/>
            <a:ext cx="534721" cy="534721"/>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BA4785B-BA36-E461-9879-A7E5C29E9D9E}"/>
              </a:ext>
            </a:extLst>
          </p:cNvPr>
          <p:cNvSpPr>
            <a:spLocks noChangeAspect="1"/>
          </p:cNvSpPr>
          <p:nvPr/>
        </p:nvSpPr>
        <p:spPr>
          <a:xfrm>
            <a:off x="8359706" y="2813712"/>
            <a:ext cx="405738" cy="405738"/>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E57567B-E7D5-4FF2-50B5-D859023A6C00}"/>
              </a:ext>
            </a:extLst>
          </p:cNvPr>
          <p:cNvSpPr>
            <a:spLocks noChangeAspect="1"/>
          </p:cNvSpPr>
          <p:nvPr/>
        </p:nvSpPr>
        <p:spPr>
          <a:xfrm>
            <a:off x="8051059" y="235351"/>
            <a:ext cx="602413" cy="602413"/>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A0A1DAA-4C77-5F14-829E-693824C3D082}"/>
              </a:ext>
            </a:extLst>
          </p:cNvPr>
          <p:cNvSpPr>
            <a:spLocks noChangeAspect="1"/>
          </p:cNvSpPr>
          <p:nvPr/>
        </p:nvSpPr>
        <p:spPr>
          <a:xfrm>
            <a:off x="2190751" y="116784"/>
            <a:ext cx="634999" cy="634999"/>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64E5160-4E39-4F3B-A7FE-96345689853E}"/>
              </a:ext>
            </a:extLst>
          </p:cNvPr>
          <p:cNvSpPr>
            <a:spLocks noChangeAspect="1"/>
          </p:cNvSpPr>
          <p:nvPr/>
        </p:nvSpPr>
        <p:spPr>
          <a:xfrm>
            <a:off x="-295271" y="-333063"/>
            <a:ext cx="1859955" cy="1859955"/>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A6803-34A9-1788-7C46-D83F160E40CE}"/>
              </a:ext>
            </a:extLst>
          </p:cNvPr>
          <p:cNvSpPr>
            <a:spLocks noChangeAspect="1"/>
          </p:cNvSpPr>
          <p:nvPr/>
        </p:nvSpPr>
        <p:spPr>
          <a:xfrm>
            <a:off x="3718049" y="-213326"/>
            <a:ext cx="1050801" cy="1050801"/>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EE5A51F-B8BE-C198-C52E-717616A57288}"/>
              </a:ext>
            </a:extLst>
          </p:cNvPr>
          <p:cNvSpPr>
            <a:spLocks noChangeAspect="1"/>
          </p:cNvSpPr>
          <p:nvPr/>
        </p:nvSpPr>
        <p:spPr>
          <a:xfrm>
            <a:off x="5384778" y="431737"/>
            <a:ext cx="405738" cy="405738"/>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qr code with a car and a tree&#10;&#10;AI-generated content may be incorrect.">
            <a:extLst>
              <a:ext uri="{FF2B5EF4-FFF2-40B4-BE49-F238E27FC236}">
                <a16:creationId xmlns:a16="http://schemas.microsoft.com/office/drawing/2014/main" id="{C92B1045-1691-EB43-A30F-0C9128DB33A6}"/>
              </a:ext>
            </a:extLst>
          </p:cNvPr>
          <p:cNvPicPr>
            <a:picLocks noChangeAspect="1"/>
          </p:cNvPicPr>
          <p:nvPr/>
        </p:nvPicPr>
        <p:blipFill>
          <a:blip r:embed="rId3"/>
          <a:stretch>
            <a:fillRect/>
          </a:stretch>
        </p:blipFill>
        <p:spPr>
          <a:xfrm>
            <a:off x="3033807" y="1625756"/>
            <a:ext cx="3076385" cy="3076385"/>
          </a:xfrm>
          <a:prstGeom prst="rect">
            <a:avLst/>
          </a:prstGeom>
        </p:spPr>
      </p:pic>
      <p:sp>
        <p:nvSpPr>
          <p:cNvPr id="18" name="Oval 17">
            <a:extLst>
              <a:ext uri="{FF2B5EF4-FFF2-40B4-BE49-F238E27FC236}">
                <a16:creationId xmlns:a16="http://schemas.microsoft.com/office/drawing/2014/main" id="{655EBB68-8EB5-27A7-1A88-B00FB3DD9E27}"/>
              </a:ext>
            </a:extLst>
          </p:cNvPr>
          <p:cNvSpPr>
            <a:spLocks noChangeAspect="1"/>
          </p:cNvSpPr>
          <p:nvPr/>
        </p:nvSpPr>
        <p:spPr>
          <a:xfrm>
            <a:off x="6654201" y="2004350"/>
            <a:ext cx="787999" cy="787999"/>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EC0AFB7-1A05-FDB2-60BA-3EABBF344E40}"/>
              </a:ext>
            </a:extLst>
          </p:cNvPr>
          <p:cNvSpPr>
            <a:spLocks noChangeAspect="1"/>
          </p:cNvSpPr>
          <p:nvPr/>
        </p:nvSpPr>
        <p:spPr>
          <a:xfrm>
            <a:off x="7279629" y="1038342"/>
            <a:ext cx="307858" cy="307858"/>
          </a:xfrm>
          <a:prstGeom prst="ellipse">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54566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2EB4439E8CF2408DB5D91E0E904099" ma:contentTypeVersion="5" ma:contentTypeDescription="Create a new document." ma:contentTypeScope="" ma:versionID="b27eb61f5dd47f3a4335fc3cbc89918c">
  <xsd:schema xmlns:xsd="http://www.w3.org/2001/XMLSchema" xmlns:xs="http://www.w3.org/2001/XMLSchema" xmlns:p="http://schemas.microsoft.com/office/2006/metadata/properties" xmlns:ns3="545e8df2-341b-481b-8ec4-6d41db86144e" targetNamespace="http://schemas.microsoft.com/office/2006/metadata/properties" ma:root="true" ma:fieldsID="cbf739f327b838c92edf952f71571bbc" ns3:_="">
    <xsd:import namespace="545e8df2-341b-481b-8ec4-6d41db86144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e8df2-341b-481b-8ec4-6d41db86144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ED063A-0A27-4706-925C-3C5E45A4C5DE}">
  <ds:schemaRefs>
    <ds:schemaRef ds:uri="http://schemas.microsoft.com/sharepoint/v3/contenttype/forms"/>
  </ds:schemaRefs>
</ds:datastoreItem>
</file>

<file path=customXml/itemProps2.xml><?xml version="1.0" encoding="utf-8"?>
<ds:datastoreItem xmlns:ds="http://schemas.openxmlformats.org/officeDocument/2006/customXml" ds:itemID="{6CAF493D-9FA5-4FF9-A009-60862EF67B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5e8df2-341b-481b-8ec4-6d41db8614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48CACE-A5FA-4193-8562-D1066683B145}">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545e8df2-341b-481b-8ec4-6d41db86144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8551</TotalTime>
  <Words>956</Words>
  <Application>Microsoft Office PowerPoint</Application>
  <PresentationFormat>On-screen Show (16:9)</PresentationFormat>
  <Paragraphs>135</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Abadi</vt:lpstr>
      <vt:lpstr>ADLaM Display</vt:lpstr>
      <vt:lpstr>Aptos</vt:lpstr>
      <vt:lpstr>Aptos Display</vt:lpstr>
      <vt:lpstr>Arial</vt:lpstr>
      <vt:lpstr>Times New Roman</vt:lpstr>
      <vt:lpstr>Office Theme</vt:lpstr>
      <vt:lpstr>Assessment cover</vt:lpstr>
      <vt:lpstr>Group 24 Status update </vt:lpstr>
      <vt:lpstr>Savanna Speed</vt:lpstr>
      <vt:lpstr>PowerPoint Presentation</vt:lpstr>
      <vt:lpstr>VALUE  PROPOSITION</vt:lpstr>
      <vt:lpstr>COMPETITION</vt:lpstr>
      <vt:lpstr>CUSTOMER SEGMENTS</vt:lpstr>
      <vt:lpstr>MARKET SIZE</vt:lpstr>
      <vt:lpstr>PARTNERSHIPS</vt:lpstr>
      <vt:lpstr>RESILIENCE STRATEGIES</vt:lpstr>
      <vt:lpstr>START-UP STEPS</vt:lpstr>
      <vt:lpstr>FINANCE FORECAST</vt:lpstr>
      <vt:lpstr>INVESTMENT ASK</vt:lpstr>
      <vt:lpstr>SCAN FOR MORE DETAILS!</vt:lpstr>
    </vt:vector>
  </TitlesOfParts>
  <Company>Oxford Brookes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ENGR6001 Management, Ethics, Energy and Sustainability</dc:title>
  <dc:creator>Robert Norris</dc:creator>
  <cp:lastModifiedBy>FONSECA LORIS</cp:lastModifiedBy>
  <cp:revision>182</cp:revision>
  <dcterms:created xsi:type="dcterms:W3CDTF">2022-09-22T11:37:47Z</dcterms:created>
  <dcterms:modified xsi:type="dcterms:W3CDTF">2025-11-28T22:01:25Z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0x010100FA2EB4439E8CF2408DB5D91E0E904099</vt:lpwstr>
  </property>
</Properties>
</file>