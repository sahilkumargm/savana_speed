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56" r:id="rId2"/>
  </p:sldIdLst>
  <p:sldSz cx="21383625" cy="302752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56A2A"/>
    <a:srgbClr val="EDA92E"/>
    <a:srgbClr val="C66D2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B70FC9-4E2D-45E2-8883-00A78EB95F2A}" v="44" dt="2025-11-21T19:03:31.6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p:scale>
          <a:sx n="19" d="100"/>
          <a:sy n="19" d="100"/>
        </p:scale>
        <p:origin x="2381" y="-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ONSECA LORIS" userId="fa4d75a3-5e48-4544-acad-017c364cc9a5" providerId="ADAL" clId="{B7C3D1B5-4B1D-4989-8F79-D935EB4B3DD4}"/>
    <pc:docChg chg="undo custSel addSld modSld">
      <pc:chgData name="FONSECA LORIS" userId="fa4d75a3-5e48-4544-acad-017c364cc9a5" providerId="ADAL" clId="{B7C3D1B5-4B1D-4989-8F79-D935EB4B3DD4}" dt="2025-11-21T19:06:48.196" v="1104" actId="1076"/>
      <pc:docMkLst>
        <pc:docMk/>
      </pc:docMkLst>
      <pc:sldChg chg="addSp delSp modSp mod">
        <pc:chgData name="FONSECA LORIS" userId="fa4d75a3-5e48-4544-acad-017c364cc9a5" providerId="ADAL" clId="{B7C3D1B5-4B1D-4989-8F79-D935EB4B3DD4}" dt="2025-11-21T19:06:48.196" v="1104" actId="1076"/>
        <pc:sldMkLst>
          <pc:docMk/>
          <pc:sldMk cId="2489516027" sldId="256"/>
        </pc:sldMkLst>
        <pc:spChg chg="mod">
          <ac:chgData name="FONSECA LORIS" userId="fa4d75a3-5e48-4544-acad-017c364cc9a5" providerId="ADAL" clId="{B7C3D1B5-4B1D-4989-8F79-D935EB4B3DD4}" dt="2025-11-21T19:02:38.626" v="1057" actId="14100"/>
          <ac:spMkLst>
            <pc:docMk/>
            <pc:sldMk cId="2489516027" sldId="256"/>
            <ac:spMk id="5" creationId="{B4CB8DEB-BC80-943A-50F5-1D686FB85DF5}"/>
          </ac:spMkLst>
        </pc:spChg>
        <pc:spChg chg="mod">
          <ac:chgData name="FONSECA LORIS" userId="fa4d75a3-5e48-4544-acad-017c364cc9a5" providerId="ADAL" clId="{B7C3D1B5-4B1D-4989-8F79-D935EB4B3DD4}" dt="2025-11-21T18:25:17.703" v="677" actId="1036"/>
          <ac:spMkLst>
            <pc:docMk/>
            <pc:sldMk cId="2489516027" sldId="256"/>
            <ac:spMk id="6" creationId="{DD991FEA-7107-5D3C-AB94-CD1D14724D0E}"/>
          </ac:spMkLst>
        </pc:spChg>
        <pc:spChg chg="mod">
          <ac:chgData name="FONSECA LORIS" userId="fa4d75a3-5e48-4544-acad-017c364cc9a5" providerId="ADAL" clId="{B7C3D1B5-4B1D-4989-8F79-D935EB4B3DD4}" dt="2025-11-21T18:59:25.614" v="1027" actId="20577"/>
          <ac:spMkLst>
            <pc:docMk/>
            <pc:sldMk cId="2489516027" sldId="256"/>
            <ac:spMk id="13" creationId="{9540B4B5-0C5C-6101-C83C-D6970C3448F0}"/>
          </ac:spMkLst>
        </pc:spChg>
        <pc:spChg chg="mod">
          <ac:chgData name="FONSECA LORIS" userId="fa4d75a3-5e48-4544-acad-017c364cc9a5" providerId="ADAL" clId="{B7C3D1B5-4B1D-4989-8F79-D935EB4B3DD4}" dt="2025-11-21T19:02:44.393" v="1058" actId="14100"/>
          <ac:spMkLst>
            <pc:docMk/>
            <pc:sldMk cId="2489516027" sldId="256"/>
            <ac:spMk id="17" creationId="{A1BFDEFD-C729-8307-7120-0FCF42036906}"/>
          </ac:spMkLst>
        </pc:spChg>
        <pc:spChg chg="mod">
          <ac:chgData name="FONSECA LORIS" userId="fa4d75a3-5e48-4544-acad-017c364cc9a5" providerId="ADAL" clId="{B7C3D1B5-4B1D-4989-8F79-D935EB4B3DD4}" dt="2025-11-21T18:25:17.703" v="677" actId="1036"/>
          <ac:spMkLst>
            <pc:docMk/>
            <pc:sldMk cId="2489516027" sldId="256"/>
            <ac:spMk id="18" creationId="{4E66A4F6-EEFF-7DA0-4DF9-7DAEEE29DC93}"/>
          </ac:spMkLst>
        </pc:spChg>
        <pc:spChg chg="add del mod">
          <ac:chgData name="FONSECA LORIS" userId="fa4d75a3-5e48-4544-acad-017c364cc9a5" providerId="ADAL" clId="{B7C3D1B5-4B1D-4989-8F79-D935EB4B3DD4}" dt="2025-11-21T17:59:12.676" v="193" actId="255"/>
          <ac:spMkLst>
            <pc:docMk/>
            <pc:sldMk cId="2489516027" sldId="256"/>
            <ac:spMk id="20" creationId="{EA0A75E9-1B38-1BD7-4A90-83C16FB3724A}"/>
          </ac:spMkLst>
        </pc:spChg>
        <pc:spChg chg="add del mod">
          <ac:chgData name="FONSECA LORIS" userId="fa4d75a3-5e48-4544-acad-017c364cc9a5" providerId="ADAL" clId="{B7C3D1B5-4B1D-4989-8F79-D935EB4B3DD4}" dt="2025-11-21T19:02:57.672" v="1072" actId="1035"/>
          <ac:spMkLst>
            <pc:docMk/>
            <pc:sldMk cId="2489516027" sldId="256"/>
            <ac:spMk id="21" creationId="{4A31B0AA-064A-3E5A-6A2A-616D06F8D82F}"/>
          </ac:spMkLst>
        </pc:spChg>
        <pc:spChg chg="mod">
          <ac:chgData name="FONSECA LORIS" userId="fa4d75a3-5e48-4544-acad-017c364cc9a5" providerId="ADAL" clId="{B7C3D1B5-4B1D-4989-8F79-D935EB4B3DD4}" dt="2025-11-21T18:25:17.703" v="677" actId="1036"/>
          <ac:spMkLst>
            <pc:docMk/>
            <pc:sldMk cId="2489516027" sldId="256"/>
            <ac:spMk id="22" creationId="{9DDAEC1C-1047-9F7B-AF8D-E9A8227A64F8}"/>
          </ac:spMkLst>
        </pc:spChg>
        <pc:spChg chg="mod">
          <ac:chgData name="FONSECA LORIS" userId="fa4d75a3-5e48-4544-acad-017c364cc9a5" providerId="ADAL" clId="{B7C3D1B5-4B1D-4989-8F79-D935EB4B3DD4}" dt="2025-11-21T19:06:20.315" v="1095" actId="14100"/>
          <ac:spMkLst>
            <pc:docMk/>
            <pc:sldMk cId="2489516027" sldId="256"/>
            <ac:spMk id="23" creationId="{ADDF9DD4-0CDC-9A52-8238-0B3521227F83}"/>
          </ac:spMkLst>
        </pc:spChg>
        <pc:spChg chg="mod">
          <ac:chgData name="FONSECA LORIS" userId="fa4d75a3-5e48-4544-acad-017c364cc9a5" providerId="ADAL" clId="{B7C3D1B5-4B1D-4989-8F79-D935EB4B3DD4}" dt="2025-11-21T19:02:57.672" v="1072" actId="1035"/>
          <ac:spMkLst>
            <pc:docMk/>
            <pc:sldMk cId="2489516027" sldId="256"/>
            <ac:spMk id="24" creationId="{3D071176-C280-A38E-DD38-ED2D0412DBF6}"/>
          </ac:spMkLst>
        </pc:spChg>
        <pc:spChg chg="mod">
          <ac:chgData name="FONSECA LORIS" userId="fa4d75a3-5e48-4544-acad-017c364cc9a5" providerId="ADAL" clId="{B7C3D1B5-4B1D-4989-8F79-D935EB4B3DD4}" dt="2025-11-21T18:25:17.703" v="677" actId="1036"/>
          <ac:spMkLst>
            <pc:docMk/>
            <pc:sldMk cId="2489516027" sldId="256"/>
            <ac:spMk id="25" creationId="{B6083FE3-40BC-24AF-F977-7BA59E7A0E01}"/>
          </ac:spMkLst>
        </pc:spChg>
        <pc:spChg chg="mod">
          <ac:chgData name="FONSECA LORIS" userId="fa4d75a3-5e48-4544-acad-017c364cc9a5" providerId="ADAL" clId="{B7C3D1B5-4B1D-4989-8F79-D935EB4B3DD4}" dt="2025-11-21T19:06:48.196" v="1104" actId="1076"/>
          <ac:spMkLst>
            <pc:docMk/>
            <pc:sldMk cId="2489516027" sldId="256"/>
            <ac:spMk id="26" creationId="{5055E2CF-8281-E531-8C95-B46532EC488A}"/>
          </ac:spMkLst>
        </pc:spChg>
        <pc:spChg chg="mod">
          <ac:chgData name="FONSECA LORIS" userId="fa4d75a3-5e48-4544-acad-017c364cc9a5" providerId="ADAL" clId="{B7C3D1B5-4B1D-4989-8F79-D935EB4B3DD4}" dt="2025-11-21T18:25:17.703" v="677" actId="1036"/>
          <ac:spMkLst>
            <pc:docMk/>
            <pc:sldMk cId="2489516027" sldId="256"/>
            <ac:spMk id="27" creationId="{351F52C2-6CFA-E94E-E184-43F862B861BD}"/>
          </ac:spMkLst>
        </pc:spChg>
        <pc:spChg chg="mod">
          <ac:chgData name="FONSECA LORIS" userId="fa4d75a3-5e48-4544-acad-017c364cc9a5" providerId="ADAL" clId="{B7C3D1B5-4B1D-4989-8F79-D935EB4B3DD4}" dt="2025-11-21T18:33:31.685" v="817" actId="20577"/>
          <ac:spMkLst>
            <pc:docMk/>
            <pc:sldMk cId="2489516027" sldId="256"/>
            <ac:spMk id="29" creationId="{D652EC85-39A2-F42E-3DFA-9E4259EFBE5A}"/>
          </ac:spMkLst>
        </pc:spChg>
        <pc:spChg chg="mod">
          <ac:chgData name="FONSECA LORIS" userId="fa4d75a3-5e48-4544-acad-017c364cc9a5" providerId="ADAL" clId="{B7C3D1B5-4B1D-4989-8F79-D935EB4B3DD4}" dt="2025-11-21T18:08:16.426" v="532" actId="1076"/>
          <ac:spMkLst>
            <pc:docMk/>
            <pc:sldMk cId="2489516027" sldId="256"/>
            <ac:spMk id="30" creationId="{93F487B2-EB96-91DD-A169-8F9982273639}"/>
          </ac:spMkLst>
        </pc:spChg>
        <pc:spChg chg="mod">
          <ac:chgData name="FONSECA LORIS" userId="fa4d75a3-5e48-4544-acad-017c364cc9a5" providerId="ADAL" clId="{B7C3D1B5-4B1D-4989-8F79-D935EB4B3DD4}" dt="2025-11-21T18:25:17.703" v="677" actId="1036"/>
          <ac:spMkLst>
            <pc:docMk/>
            <pc:sldMk cId="2489516027" sldId="256"/>
            <ac:spMk id="31" creationId="{7F490348-8156-D82A-33BE-E19BCF478EDE}"/>
          </ac:spMkLst>
        </pc:spChg>
        <pc:spChg chg="mod">
          <ac:chgData name="FONSECA LORIS" userId="fa4d75a3-5e48-4544-acad-017c364cc9a5" providerId="ADAL" clId="{B7C3D1B5-4B1D-4989-8F79-D935EB4B3DD4}" dt="2025-11-21T18:06:40.235" v="501"/>
          <ac:spMkLst>
            <pc:docMk/>
            <pc:sldMk cId="2489516027" sldId="256"/>
            <ac:spMk id="32" creationId="{5A3A4868-C943-ACB2-636D-C0D356AF8BDA}"/>
          </ac:spMkLst>
        </pc:spChg>
        <pc:spChg chg="add mod">
          <ac:chgData name="FONSECA LORIS" userId="fa4d75a3-5e48-4544-acad-017c364cc9a5" providerId="ADAL" clId="{B7C3D1B5-4B1D-4989-8F79-D935EB4B3DD4}" dt="2025-11-21T17:58:44.384" v="188"/>
          <ac:spMkLst>
            <pc:docMk/>
            <pc:sldMk cId="2489516027" sldId="256"/>
            <ac:spMk id="35" creationId="{EA0A75E9-1B38-1BD7-4A90-83C16FB3724A}"/>
          </ac:spMkLst>
        </pc:spChg>
        <pc:spChg chg="add del mod">
          <ac:chgData name="FONSECA LORIS" userId="fa4d75a3-5e48-4544-acad-017c364cc9a5" providerId="ADAL" clId="{B7C3D1B5-4B1D-4989-8F79-D935EB4B3DD4}" dt="2025-11-21T18:25:12.047" v="657" actId="478"/>
          <ac:spMkLst>
            <pc:docMk/>
            <pc:sldMk cId="2489516027" sldId="256"/>
            <ac:spMk id="40" creationId="{BD27E4F9-5B33-9490-CCE9-8BB3F33C910F}"/>
          </ac:spMkLst>
        </pc:spChg>
        <pc:spChg chg="add del mod">
          <ac:chgData name="FONSECA LORIS" userId="fa4d75a3-5e48-4544-acad-017c364cc9a5" providerId="ADAL" clId="{B7C3D1B5-4B1D-4989-8F79-D935EB4B3DD4}" dt="2025-11-21T18:25:09.834" v="656" actId="478"/>
          <ac:spMkLst>
            <pc:docMk/>
            <pc:sldMk cId="2489516027" sldId="256"/>
            <ac:spMk id="41" creationId="{159D0450-9843-6F8C-E22E-B7FD2F6911DC}"/>
          </ac:spMkLst>
        </pc:spChg>
        <pc:spChg chg="add del mod">
          <ac:chgData name="FONSECA LORIS" userId="fa4d75a3-5e48-4544-acad-017c364cc9a5" providerId="ADAL" clId="{B7C3D1B5-4B1D-4989-8F79-D935EB4B3DD4}" dt="2025-11-21T18:59:56.022" v="1030" actId="478"/>
          <ac:spMkLst>
            <pc:docMk/>
            <pc:sldMk cId="2489516027" sldId="256"/>
            <ac:spMk id="44" creationId="{E3CF53B6-0C7C-3C04-77DC-B0A59B1EBA53}"/>
          </ac:spMkLst>
        </pc:spChg>
        <pc:spChg chg="add del">
          <ac:chgData name="FONSECA LORIS" userId="fa4d75a3-5e48-4544-acad-017c364cc9a5" providerId="ADAL" clId="{B7C3D1B5-4B1D-4989-8F79-D935EB4B3DD4}" dt="2025-11-21T18:43:27.942" v="857" actId="478"/>
          <ac:spMkLst>
            <pc:docMk/>
            <pc:sldMk cId="2489516027" sldId="256"/>
            <ac:spMk id="45" creationId="{4E28376E-6CAD-1A22-926F-C2368E11CADD}"/>
          </ac:spMkLst>
        </pc:spChg>
        <pc:spChg chg="add del mod">
          <ac:chgData name="FONSECA LORIS" userId="fa4d75a3-5e48-4544-acad-017c364cc9a5" providerId="ADAL" clId="{B7C3D1B5-4B1D-4989-8F79-D935EB4B3DD4}" dt="2025-11-21T18:43:46.296" v="896" actId="478"/>
          <ac:spMkLst>
            <pc:docMk/>
            <pc:sldMk cId="2489516027" sldId="256"/>
            <ac:spMk id="46" creationId="{4F666D78-6462-B76B-A84E-330C5C28CC4C}"/>
          </ac:spMkLst>
        </pc:spChg>
        <pc:spChg chg="mod">
          <ac:chgData name="FONSECA LORIS" userId="fa4d75a3-5e48-4544-acad-017c364cc9a5" providerId="ADAL" clId="{B7C3D1B5-4B1D-4989-8F79-D935EB4B3DD4}" dt="2025-11-21T18:49:54.185" v="909"/>
          <ac:spMkLst>
            <pc:docMk/>
            <pc:sldMk cId="2489516027" sldId="256"/>
            <ac:spMk id="47" creationId="{305D5C9B-9818-FB19-96B7-59D83850D561}"/>
          </ac:spMkLst>
        </pc:spChg>
        <pc:grpChg chg="add mod">
          <ac:chgData name="FONSECA LORIS" userId="fa4d75a3-5e48-4544-acad-017c364cc9a5" providerId="ADAL" clId="{B7C3D1B5-4B1D-4989-8F79-D935EB4B3DD4}" dt="2025-11-21T18:25:06.287" v="654"/>
          <ac:grpSpMkLst>
            <pc:docMk/>
            <pc:sldMk cId="2489516027" sldId="256"/>
            <ac:grpSpMk id="37" creationId="{B9C5F92F-F2F4-DE7A-3B14-90A3BFCA1D08}"/>
          </ac:grpSpMkLst>
        </pc:grpChg>
        <pc:picChg chg="del mod modCrop">
          <ac:chgData name="FONSECA LORIS" userId="fa4d75a3-5e48-4544-acad-017c364cc9a5" providerId="ADAL" clId="{B7C3D1B5-4B1D-4989-8F79-D935EB4B3DD4}" dt="2025-11-21T18:24:31.528" v="597" actId="478"/>
          <ac:picMkLst>
            <pc:docMk/>
            <pc:sldMk cId="2489516027" sldId="256"/>
            <ac:picMk id="34" creationId="{297DF1A3-0705-97D4-09D7-45CCC2B14D19}"/>
          </ac:picMkLst>
        </pc:picChg>
        <pc:picChg chg="add del mod modCrop">
          <ac:chgData name="FONSECA LORIS" userId="fa4d75a3-5e48-4544-acad-017c364cc9a5" providerId="ADAL" clId="{B7C3D1B5-4B1D-4989-8F79-D935EB4B3DD4}" dt="2025-11-21T18:27:16.690" v="695" actId="478"/>
          <ac:picMkLst>
            <pc:docMk/>
            <pc:sldMk cId="2489516027" sldId="256"/>
            <ac:picMk id="36" creationId="{AB20B92C-80F0-60D2-C6D3-F527ACDA8B39}"/>
          </ac:picMkLst>
        </pc:picChg>
        <pc:picChg chg="mod">
          <ac:chgData name="FONSECA LORIS" userId="fa4d75a3-5e48-4544-acad-017c364cc9a5" providerId="ADAL" clId="{B7C3D1B5-4B1D-4989-8F79-D935EB4B3DD4}" dt="2025-11-21T18:25:06.287" v="654"/>
          <ac:picMkLst>
            <pc:docMk/>
            <pc:sldMk cId="2489516027" sldId="256"/>
            <ac:picMk id="38" creationId="{5BD07B40-2B3E-1BF2-5AF6-3F5644783355}"/>
          </ac:picMkLst>
        </pc:picChg>
        <pc:picChg chg="mod">
          <ac:chgData name="FONSECA LORIS" userId="fa4d75a3-5e48-4544-acad-017c364cc9a5" providerId="ADAL" clId="{B7C3D1B5-4B1D-4989-8F79-D935EB4B3DD4}" dt="2025-11-21T18:25:06.287" v="654"/>
          <ac:picMkLst>
            <pc:docMk/>
            <pc:sldMk cId="2489516027" sldId="256"/>
            <ac:picMk id="39" creationId="{1411751B-9A73-90F9-7B10-FAE30E1280CE}"/>
          </ac:picMkLst>
        </pc:picChg>
        <pc:picChg chg="add del mod modCrop">
          <ac:chgData name="FONSECA LORIS" userId="fa4d75a3-5e48-4544-acad-017c364cc9a5" providerId="ADAL" clId="{B7C3D1B5-4B1D-4989-8F79-D935EB4B3DD4}" dt="2025-11-21T19:06:32.582" v="1096" actId="1076"/>
          <ac:picMkLst>
            <pc:docMk/>
            <pc:sldMk cId="2489516027" sldId="256"/>
            <ac:picMk id="42" creationId="{37522484-DDB8-CCD3-BCA6-DD93F909A629}"/>
          </ac:picMkLst>
        </pc:picChg>
        <pc:picChg chg="add mod">
          <ac:chgData name="FONSECA LORIS" userId="fa4d75a3-5e48-4544-acad-017c364cc9a5" providerId="ADAL" clId="{B7C3D1B5-4B1D-4989-8F79-D935EB4B3DD4}" dt="2025-11-21T19:03:14.971" v="1074"/>
          <ac:picMkLst>
            <pc:docMk/>
            <pc:sldMk cId="2489516027" sldId="256"/>
            <ac:picMk id="48" creationId="{1EF87571-0B75-1AA6-58EC-273EBD2BF977}"/>
          </ac:picMkLst>
        </pc:picChg>
        <pc:picChg chg="add mod">
          <ac:chgData name="FONSECA LORIS" userId="fa4d75a3-5e48-4544-acad-017c364cc9a5" providerId="ADAL" clId="{B7C3D1B5-4B1D-4989-8F79-D935EB4B3DD4}" dt="2025-11-21T19:04:35.267" v="1089" actId="1076"/>
          <ac:picMkLst>
            <pc:docMk/>
            <pc:sldMk cId="2489516027" sldId="256"/>
            <ac:picMk id="50" creationId="{D2E1705B-7043-AB4F-1796-D0889EF4126E}"/>
          </ac:picMkLst>
        </pc:picChg>
        <pc:picChg chg="add del mod">
          <ac:chgData name="FONSECA LORIS" userId="fa4d75a3-5e48-4544-acad-017c364cc9a5" providerId="ADAL" clId="{B7C3D1B5-4B1D-4989-8F79-D935EB4B3DD4}" dt="2025-11-21T19:03:13.085" v="1073" actId="21"/>
          <ac:picMkLst>
            <pc:docMk/>
            <pc:sldMk cId="2489516027" sldId="256"/>
            <ac:picMk id="1026" creationId="{1EF87571-0B75-1AA6-58EC-273EBD2BF977}"/>
          </ac:picMkLst>
        </pc:picChg>
      </pc:sldChg>
      <pc:sldChg chg="addSp delSp modSp mod">
        <pc:chgData name="FONSECA LORIS" userId="fa4d75a3-5e48-4544-acad-017c364cc9a5" providerId="ADAL" clId="{B7C3D1B5-4B1D-4989-8F79-D935EB4B3DD4}" dt="2025-11-21T18:24:26.616" v="596" actId="21"/>
        <pc:sldMkLst>
          <pc:docMk/>
          <pc:sldMk cId="679851926" sldId="258"/>
        </pc:sldMkLst>
        <pc:picChg chg="add del mod modCrop">
          <ac:chgData name="FONSECA LORIS" userId="fa4d75a3-5e48-4544-acad-017c364cc9a5" providerId="ADAL" clId="{B7C3D1B5-4B1D-4989-8F79-D935EB4B3DD4}" dt="2025-11-21T18:24:26.616" v="596" actId="21"/>
          <ac:picMkLst>
            <pc:docMk/>
            <pc:sldMk cId="679851926" sldId="258"/>
            <ac:picMk id="3" creationId="{AB20B92C-80F0-60D2-C6D3-F527ACDA8B39}"/>
          </ac:picMkLst>
        </pc:picChg>
      </pc:sldChg>
      <pc:sldChg chg="addSp delSp modSp add mod">
        <pc:chgData name="FONSECA LORIS" userId="fa4d75a3-5e48-4544-acad-017c364cc9a5" providerId="ADAL" clId="{B7C3D1B5-4B1D-4989-8F79-D935EB4B3DD4}" dt="2025-11-21T18:57:37.158" v="996" actId="20577"/>
        <pc:sldMkLst>
          <pc:docMk/>
          <pc:sldMk cId="2787039653" sldId="259"/>
        </pc:sldMkLst>
        <pc:spChg chg="add mod">
          <ac:chgData name="FONSECA LORIS" userId="fa4d75a3-5e48-4544-acad-017c364cc9a5" providerId="ADAL" clId="{B7C3D1B5-4B1D-4989-8F79-D935EB4B3DD4}" dt="2025-11-21T18:56:04.099" v="969" actId="14100"/>
          <ac:spMkLst>
            <pc:docMk/>
            <pc:sldMk cId="2787039653" sldId="259"/>
            <ac:spMk id="2" creationId="{40CD702A-8C55-60DD-F52B-03818289C36E}"/>
          </ac:spMkLst>
        </pc:spChg>
        <pc:spChg chg="add del mod">
          <ac:chgData name="FONSECA LORIS" userId="fa4d75a3-5e48-4544-acad-017c364cc9a5" providerId="ADAL" clId="{B7C3D1B5-4B1D-4989-8F79-D935EB4B3DD4}" dt="2025-11-21T18:55:25.346" v="964" actId="478"/>
          <ac:spMkLst>
            <pc:docMk/>
            <pc:sldMk cId="2787039653" sldId="259"/>
            <ac:spMk id="3" creationId="{CCB98FE3-EAF3-DAB2-1232-BFF09B2C014D}"/>
          </ac:spMkLst>
        </pc:spChg>
        <pc:spChg chg="add del mod">
          <ac:chgData name="FONSECA LORIS" userId="fa4d75a3-5e48-4544-acad-017c364cc9a5" providerId="ADAL" clId="{B7C3D1B5-4B1D-4989-8F79-D935EB4B3DD4}" dt="2025-11-21T18:55:24.075" v="963" actId="478"/>
          <ac:spMkLst>
            <pc:docMk/>
            <pc:sldMk cId="2787039653" sldId="259"/>
            <ac:spMk id="4" creationId="{3FF73B7D-9DCB-229C-3F3C-4E617EDA87A2}"/>
          </ac:spMkLst>
        </pc:spChg>
        <pc:spChg chg="mod">
          <ac:chgData name="FONSECA LORIS" userId="fa4d75a3-5e48-4544-acad-017c364cc9a5" providerId="ADAL" clId="{B7C3D1B5-4B1D-4989-8F79-D935EB4B3DD4}" dt="2025-11-21T18:53:35.853" v="944" actId="14100"/>
          <ac:spMkLst>
            <pc:docMk/>
            <pc:sldMk cId="2787039653" sldId="259"/>
            <ac:spMk id="5" creationId="{E00396AE-502E-7533-44AB-8A048CA9CD7C}"/>
          </ac:spMkLst>
        </pc:spChg>
        <pc:spChg chg="add del mod">
          <ac:chgData name="FONSECA LORIS" userId="fa4d75a3-5e48-4544-acad-017c364cc9a5" providerId="ADAL" clId="{B7C3D1B5-4B1D-4989-8F79-D935EB4B3DD4}" dt="2025-11-21T18:56:07.964" v="970" actId="478"/>
          <ac:spMkLst>
            <pc:docMk/>
            <pc:sldMk cId="2787039653" sldId="259"/>
            <ac:spMk id="7" creationId="{6159D854-11C6-A4B7-A7A6-94930F84AA39}"/>
          </ac:spMkLst>
        </pc:spChg>
        <pc:spChg chg="add del mod">
          <ac:chgData name="FONSECA LORIS" userId="fa4d75a3-5e48-4544-acad-017c364cc9a5" providerId="ADAL" clId="{B7C3D1B5-4B1D-4989-8F79-D935EB4B3DD4}" dt="2025-11-21T18:56:12.724" v="972" actId="478"/>
          <ac:spMkLst>
            <pc:docMk/>
            <pc:sldMk cId="2787039653" sldId="259"/>
            <ac:spMk id="8" creationId="{EB983813-DCCC-9A4E-4975-DAB8476A2AFD}"/>
          </ac:spMkLst>
        </pc:spChg>
        <pc:spChg chg="add mod">
          <ac:chgData name="FONSECA LORIS" userId="fa4d75a3-5e48-4544-acad-017c364cc9a5" providerId="ADAL" clId="{B7C3D1B5-4B1D-4989-8F79-D935EB4B3DD4}" dt="2025-11-21T18:56:11.622" v="971" actId="571"/>
          <ac:spMkLst>
            <pc:docMk/>
            <pc:sldMk cId="2787039653" sldId="259"/>
            <ac:spMk id="9" creationId="{7AE9B46C-E8B6-6438-62F4-B9353BD343AB}"/>
          </ac:spMkLst>
        </pc:spChg>
        <pc:spChg chg="add mod">
          <ac:chgData name="FONSECA LORIS" userId="fa4d75a3-5e48-4544-acad-017c364cc9a5" providerId="ADAL" clId="{B7C3D1B5-4B1D-4989-8F79-D935EB4B3DD4}" dt="2025-11-21T18:56:17.054" v="973" actId="571"/>
          <ac:spMkLst>
            <pc:docMk/>
            <pc:sldMk cId="2787039653" sldId="259"/>
            <ac:spMk id="10" creationId="{771DDBF6-12FC-7B85-5E4B-4730788822E7}"/>
          </ac:spMkLst>
        </pc:spChg>
        <pc:spChg chg="mod">
          <ac:chgData name="FONSECA LORIS" userId="fa4d75a3-5e48-4544-acad-017c364cc9a5" providerId="ADAL" clId="{B7C3D1B5-4B1D-4989-8F79-D935EB4B3DD4}" dt="2025-11-21T18:57:37.158" v="996" actId="20577"/>
          <ac:spMkLst>
            <pc:docMk/>
            <pc:sldMk cId="2787039653" sldId="259"/>
            <ac:spMk id="13" creationId="{A8888974-472F-BB69-696A-6FD4E2B66BCE}"/>
          </ac:spMkLst>
        </pc:spChg>
        <pc:spChg chg="mod">
          <ac:chgData name="FONSECA LORIS" userId="fa4d75a3-5e48-4544-acad-017c364cc9a5" providerId="ADAL" clId="{B7C3D1B5-4B1D-4989-8F79-D935EB4B3DD4}" dt="2025-11-21T18:53:14.397" v="937" actId="14100"/>
          <ac:spMkLst>
            <pc:docMk/>
            <pc:sldMk cId="2787039653" sldId="259"/>
            <ac:spMk id="17" creationId="{11FE7B26-7BA2-CE4D-5008-ADEB7CDB2E84}"/>
          </ac:spMkLst>
        </pc:spChg>
        <pc:spChg chg="mod">
          <ac:chgData name="FONSECA LORIS" userId="fa4d75a3-5e48-4544-acad-017c364cc9a5" providerId="ADAL" clId="{B7C3D1B5-4B1D-4989-8F79-D935EB4B3DD4}" dt="2025-11-21T18:52:39.496" v="931" actId="1076"/>
          <ac:spMkLst>
            <pc:docMk/>
            <pc:sldMk cId="2787039653" sldId="259"/>
            <ac:spMk id="21" creationId="{8BAA7E35-F1F0-02FE-B8C9-74CD3949E98E}"/>
          </ac:spMkLst>
        </pc:spChg>
        <pc:spChg chg="mod">
          <ac:chgData name="FONSECA LORIS" userId="fa4d75a3-5e48-4544-acad-017c364cc9a5" providerId="ADAL" clId="{B7C3D1B5-4B1D-4989-8F79-D935EB4B3DD4}" dt="2025-11-21T18:52:39.496" v="931" actId="1076"/>
          <ac:spMkLst>
            <pc:docMk/>
            <pc:sldMk cId="2787039653" sldId="259"/>
            <ac:spMk id="23" creationId="{52AF9FD6-D0BC-D1AE-547F-48DA6F10E90C}"/>
          </ac:spMkLst>
        </pc:spChg>
        <pc:spChg chg="mod">
          <ac:chgData name="FONSECA LORIS" userId="fa4d75a3-5e48-4544-acad-017c364cc9a5" providerId="ADAL" clId="{B7C3D1B5-4B1D-4989-8F79-D935EB4B3DD4}" dt="2025-11-21T18:52:39.496" v="931" actId="1076"/>
          <ac:spMkLst>
            <pc:docMk/>
            <pc:sldMk cId="2787039653" sldId="259"/>
            <ac:spMk id="24" creationId="{72669763-C239-8597-827F-116A4A299683}"/>
          </ac:spMkLst>
        </pc:spChg>
        <pc:spChg chg="mod">
          <ac:chgData name="FONSECA LORIS" userId="fa4d75a3-5e48-4544-acad-017c364cc9a5" providerId="ADAL" clId="{B7C3D1B5-4B1D-4989-8F79-D935EB4B3DD4}" dt="2025-11-21T18:52:33.081" v="928" actId="1076"/>
          <ac:spMkLst>
            <pc:docMk/>
            <pc:sldMk cId="2787039653" sldId="259"/>
            <ac:spMk id="27" creationId="{86CFFE3E-3A62-CB9E-B4A6-DD6A7ED61762}"/>
          </ac:spMkLst>
        </pc:spChg>
        <pc:spChg chg="mod">
          <ac:chgData name="FONSECA LORIS" userId="fa4d75a3-5e48-4544-acad-017c364cc9a5" providerId="ADAL" clId="{B7C3D1B5-4B1D-4989-8F79-D935EB4B3DD4}" dt="2025-11-21T18:52:35.634" v="930" actId="1076"/>
          <ac:spMkLst>
            <pc:docMk/>
            <pc:sldMk cId="2787039653" sldId="259"/>
            <ac:spMk id="28" creationId="{B3D56C8A-E8E2-1C26-B8DE-E6DF577E2E31}"/>
          </ac:spMkLst>
        </pc:spChg>
        <pc:spChg chg="mod">
          <ac:chgData name="FONSECA LORIS" userId="fa4d75a3-5e48-4544-acad-017c364cc9a5" providerId="ADAL" clId="{B7C3D1B5-4B1D-4989-8F79-D935EB4B3DD4}" dt="2025-11-21T18:52:33.081" v="928" actId="1076"/>
          <ac:spMkLst>
            <pc:docMk/>
            <pc:sldMk cId="2787039653" sldId="259"/>
            <ac:spMk id="29" creationId="{ED00F6F1-E3BE-5D75-5D1D-CEC1570EF898}"/>
          </ac:spMkLst>
        </pc:spChg>
        <pc:spChg chg="mod">
          <ac:chgData name="FONSECA LORIS" userId="fa4d75a3-5e48-4544-acad-017c364cc9a5" providerId="ADAL" clId="{B7C3D1B5-4B1D-4989-8F79-D935EB4B3DD4}" dt="2025-11-21T18:52:33.081" v="928" actId="1076"/>
          <ac:spMkLst>
            <pc:docMk/>
            <pc:sldMk cId="2787039653" sldId="259"/>
            <ac:spMk id="30" creationId="{660B0519-096A-EA84-5EA8-4CD7E3A9D006}"/>
          </ac:spMkLst>
        </pc:spChg>
        <pc:spChg chg="mod">
          <ac:chgData name="FONSECA LORIS" userId="fa4d75a3-5e48-4544-acad-017c364cc9a5" providerId="ADAL" clId="{B7C3D1B5-4B1D-4989-8F79-D935EB4B3DD4}" dt="2025-11-21T18:52:39.496" v="931" actId="1076"/>
          <ac:spMkLst>
            <pc:docMk/>
            <pc:sldMk cId="2787039653" sldId="259"/>
            <ac:spMk id="44" creationId="{DEFE50D3-EB25-2CB4-F56F-E7FE5C860509}"/>
          </ac:spMkLst>
        </pc:spChg>
        <pc:picChg chg="mod ord">
          <ac:chgData name="FONSECA LORIS" userId="fa4d75a3-5e48-4544-acad-017c364cc9a5" providerId="ADAL" clId="{B7C3D1B5-4B1D-4989-8F79-D935EB4B3DD4}" dt="2025-11-21T18:56:51.619" v="976" actId="166"/>
          <ac:picMkLst>
            <pc:docMk/>
            <pc:sldMk cId="2787039653" sldId="259"/>
            <ac:picMk id="42" creationId="{8DAB9958-D012-ED7E-5110-5E1DD724D3EA}"/>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G:\Shared%20drives\ENGR7029%20%20Team%2024\Finance%20Report%20A.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Net Revenue</c:v>
          </c:tx>
          <c:spPr>
            <a:solidFill>
              <a:schemeClr val="tx1"/>
            </a:solidFill>
            <a:ln>
              <a:noFill/>
            </a:ln>
            <a:effectLst/>
          </c:spPr>
          <c:invertIfNegative val="0"/>
          <c:cat>
            <c:strRef>
              <c:f>'Profit Loss'!$C$3:$H$3</c:f>
              <c:strCache>
                <c:ptCount val="6"/>
                <c:pt idx="0">
                  <c:v>Year 0</c:v>
                </c:pt>
                <c:pt idx="1">
                  <c:v>Year 1</c:v>
                </c:pt>
                <c:pt idx="2">
                  <c:v>Year 2</c:v>
                </c:pt>
                <c:pt idx="3">
                  <c:v>Year 3</c:v>
                </c:pt>
                <c:pt idx="4">
                  <c:v>Year 4</c:v>
                </c:pt>
                <c:pt idx="5">
                  <c:v>Year 5</c:v>
                </c:pt>
              </c:strCache>
            </c:strRef>
          </c:cat>
          <c:val>
            <c:numRef>
              <c:f>'Profit Loss'!$C$47:$H$47</c:f>
              <c:numCache>
                <c:formatCode>_-[$£-809]* #,##0.00_-;\-[$£-809]* #,##0.00_-;_-[$£-809]* "-"??_-;_-@_-</c:formatCode>
                <c:ptCount val="6"/>
                <c:pt idx="0">
                  <c:v>-439400</c:v>
                </c:pt>
                <c:pt idx="1">
                  <c:v>-55275</c:v>
                </c:pt>
                <c:pt idx="2">
                  <c:v>123036.9</c:v>
                </c:pt>
                <c:pt idx="3">
                  <c:v>518029.39999999997</c:v>
                </c:pt>
                <c:pt idx="4">
                  <c:v>1330246.6120999998</c:v>
                </c:pt>
                <c:pt idx="5">
                  <c:v>2858047.4409409994</c:v>
                </c:pt>
              </c:numCache>
            </c:numRef>
          </c:val>
          <c:extLst>
            <c:ext xmlns:c16="http://schemas.microsoft.com/office/drawing/2014/chart" uri="{C3380CC4-5D6E-409C-BE32-E72D297353CC}">
              <c16:uniqueId val="{00000000-5078-4FE3-88F3-0D09A52A9FE4}"/>
            </c:ext>
          </c:extLst>
        </c:ser>
        <c:dLbls>
          <c:showLegendKey val="0"/>
          <c:showVal val="0"/>
          <c:showCatName val="0"/>
          <c:showSerName val="0"/>
          <c:showPercent val="0"/>
          <c:showBubbleSize val="0"/>
        </c:dLbls>
        <c:gapWidth val="150"/>
        <c:axId val="2006510752"/>
        <c:axId val="2006509312"/>
      </c:barChart>
      <c:lineChart>
        <c:grouping val="standard"/>
        <c:varyColors val="0"/>
        <c:ser>
          <c:idx val="1"/>
          <c:order val="1"/>
          <c:tx>
            <c:v>Profit</c:v>
          </c:tx>
          <c:spPr>
            <a:ln w="69850" cap="rnd">
              <a:solidFill>
                <a:schemeClr val="accent2"/>
              </a:solidFill>
              <a:round/>
            </a:ln>
            <a:effectLst/>
          </c:spPr>
          <c:marker>
            <c:symbol val="none"/>
          </c:marker>
          <c:val>
            <c:numRef>
              <c:f>'Profit Loss'!$C$49:$H$49</c:f>
              <c:numCache>
                <c:formatCode>0%</c:formatCode>
                <c:ptCount val="6"/>
                <c:pt idx="0">
                  <c:v>-5.5340050377833752</c:v>
                </c:pt>
                <c:pt idx="1">
                  <c:v>-0.21995622761639474</c:v>
                </c:pt>
                <c:pt idx="2">
                  <c:v>0.37559344282312718</c:v>
                </c:pt>
                <c:pt idx="3">
                  <c:v>1.3580443174445045</c:v>
                </c:pt>
                <c:pt idx="4">
                  <c:v>2.3739242254127846</c:v>
                </c:pt>
                <c:pt idx="5">
                  <c:v>4.38074677766412</c:v>
                </c:pt>
              </c:numCache>
            </c:numRef>
          </c:val>
          <c:smooth val="0"/>
          <c:extLst>
            <c:ext xmlns:c16="http://schemas.microsoft.com/office/drawing/2014/chart" uri="{C3380CC4-5D6E-409C-BE32-E72D297353CC}">
              <c16:uniqueId val="{00000001-5078-4FE3-88F3-0D09A52A9FE4}"/>
            </c:ext>
          </c:extLst>
        </c:ser>
        <c:dLbls>
          <c:showLegendKey val="0"/>
          <c:showVal val="0"/>
          <c:showCatName val="0"/>
          <c:showSerName val="0"/>
          <c:showPercent val="0"/>
          <c:showBubbleSize val="0"/>
        </c:dLbls>
        <c:marker val="1"/>
        <c:smooth val="0"/>
        <c:axId val="1623893600"/>
        <c:axId val="1623452784"/>
      </c:lineChart>
      <c:catAx>
        <c:axId val="2006510752"/>
        <c:scaling>
          <c:orientation val="minMax"/>
        </c:scaling>
        <c:delete val="0"/>
        <c:axPos val="b"/>
        <c:numFmt formatCode="General" sourceLinked="1"/>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2006509312"/>
        <c:crosses val="autoZero"/>
        <c:auto val="1"/>
        <c:lblAlgn val="ctr"/>
        <c:lblOffset val="100"/>
        <c:noMultiLvlLbl val="0"/>
      </c:catAx>
      <c:valAx>
        <c:axId val="2006509312"/>
        <c:scaling>
          <c:orientation val="minMax"/>
          <c:max val="3000000"/>
          <c:min val="-500000"/>
        </c:scaling>
        <c:delete val="0"/>
        <c:axPos val="l"/>
        <c:majorGridlines>
          <c:spPr>
            <a:ln w="9525" cap="flat" cmpd="sng" algn="ctr">
              <a:solidFill>
                <a:schemeClr val="tx1"/>
              </a:solidFill>
              <a:round/>
            </a:ln>
            <a:effectLst/>
          </c:spPr>
        </c:majorGridlines>
        <c:numFmt formatCode="[$£-809]#,##0.0" sourceLinked="0"/>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2006510752"/>
        <c:crosses val="autoZero"/>
        <c:crossBetween val="between"/>
        <c:dispUnits>
          <c:builtInUnit val="millions"/>
          <c:dispUnitsLbl>
            <c:layout>
              <c:manualLayout>
                <c:xMode val="edge"/>
                <c:yMode val="edge"/>
                <c:x val="1.9882362451624804E-2"/>
                <c:y val="7.7357585085172625E-2"/>
              </c:manualLayout>
            </c:layout>
            <c:tx>
              <c:rich>
                <a:bodyPr rot="-5400000" spcFirstLastPara="1" vertOverflow="ellipsis" vert="horz" wrap="square" anchor="ctr" anchorCtr="1"/>
                <a:lstStyle/>
                <a:p>
                  <a:pPr>
                    <a:defRPr sz="1600" b="0" i="0" u="none" strike="noStrike" kern="1200" baseline="0">
                      <a:solidFill>
                        <a:schemeClr val="tx1"/>
                      </a:solidFill>
                      <a:latin typeface="+mn-lt"/>
                      <a:ea typeface="+mn-ea"/>
                      <a:cs typeface="+mn-cs"/>
                    </a:defRPr>
                  </a:pPr>
                  <a:r>
                    <a:rPr lang="it-IT" sz="1600" dirty="0">
                      <a:solidFill>
                        <a:schemeClr val="tx1"/>
                      </a:solidFill>
                    </a:rPr>
                    <a:t>Net Revenue  in £</a:t>
                  </a:r>
                  <a:r>
                    <a:rPr lang="it-IT" sz="1600" baseline="0" dirty="0">
                      <a:solidFill>
                        <a:schemeClr val="tx1"/>
                      </a:solidFill>
                    </a:rPr>
                    <a:t> </a:t>
                  </a:r>
                  <a:r>
                    <a:rPr lang="en-US" sz="1600" dirty="0">
                      <a:solidFill>
                        <a:schemeClr val="tx1"/>
                      </a:solidFill>
                    </a:rPr>
                    <a:t>Millions</a:t>
                  </a:r>
                </a:p>
              </c:rich>
            </c:tx>
            <c:spPr>
              <a:noFill/>
              <a:ln>
                <a:noFill/>
              </a:ln>
              <a:effectLst/>
            </c:spPr>
            <c:txPr>
              <a:bodyPr rot="-54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dispUnitsLbl>
        </c:dispUnits>
      </c:valAx>
      <c:valAx>
        <c:axId val="1623452784"/>
        <c:scaling>
          <c:orientation val="minMax"/>
          <c:max val="5"/>
          <c:min val="-5"/>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1623893600"/>
        <c:crosses val="max"/>
        <c:crossBetween val="between"/>
      </c:valAx>
      <c:catAx>
        <c:axId val="1623893600"/>
        <c:scaling>
          <c:orientation val="minMax"/>
        </c:scaling>
        <c:delete val="1"/>
        <c:axPos val="b"/>
        <c:majorTickMark val="out"/>
        <c:minorTickMark val="none"/>
        <c:tickLblPos val="nextTo"/>
        <c:crossAx val="1623452784"/>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64F4A8-E39A-403A-9290-E65548EBA199}" type="datetimeFigureOut">
              <a:rPr lang="en-US" smtClean="0"/>
              <a:t>11/28/2025</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137017-B40E-4A51-87CA-9CBE9A749B72}" type="slidenum">
              <a:rPr lang="en-US" smtClean="0"/>
              <a:t>‹#›</a:t>
            </a:fld>
            <a:endParaRPr lang="en-US"/>
          </a:p>
        </p:txBody>
      </p:sp>
    </p:spTree>
    <p:extLst>
      <p:ext uri="{BB962C8B-B14F-4D97-AF65-F5344CB8AC3E}">
        <p14:creationId xmlns:p14="http://schemas.microsoft.com/office/powerpoint/2010/main" val="3936904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137017-B40E-4A51-87CA-9CBE9A749B72}" type="slidenum">
              <a:rPr lang="en-US" smtClean="0"/>
              <a:t>1</a:t>
            </a:fld>
            <a:endParaRPr lang="en-US"/>
          </a:p>
        </p:txBody>
      </p:sp>
    </p:spTree>
    <p:extLst>
      <p:ext uri="{BB962C8B-B14F-4D97-AF65-F5344CB8AC3E}">
        <p14:creationId xmlns:p14="http://schemas.microsoft.com/office/powerpoint/2010/main" val="20319457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4954765"/>
            <a:ext cx="18176081" cy="10540259"/>
          </a:xfrm>
        </p:spPr>
        <p:txBody>
          <a:bodyPr anchor="b"/>
          <a:lstStyle>
            <a:lvl1pPr algn="ctr">
              <a:defRPr sz="14031"/>
            </a:lvl1pPr>
          </a:lstStyle>
          <a:p>
            <a:r>
              <a:rPr lang="en-US"/>
              <a:t>Click to edit Master title style</a:t>
            </a:r>
            <a:endParaRPr lang="en-US" dirty="0"/>
          </a:p>
        </p:txBody>
      </p:sp>
      <p:sp>
        <p:nvSpPr>
          <p:cNvPr id="3" name="Subtitle 2"/>
          <p:cNvSpPr>
            <a:spLocks noGrp="1"/>
          </p:cNvSpPr>
          <p:nvPr>
            <p:ph type="subTitle" idx="1"/>
          </p:nvPr>
        </p:nvSpPr>
        <p:spPr>
          <a:xfrm>
            <a:off x="2672953" y="15901497"/>
            <a:ext cx="16037719" cy="7309499"/>
          </a:xfrm>
        </p:spPr>
        <p:txBody>
          <a:bodyPr/>
          <a:lstStyle>
            <a:lvl1pPr marL="0" indent="0" algn="ctr">
              <a:buNone/>
              <a:defRPr sz="5612"/>
            </a:lvl1pPr>
            <a:lvl2pPr marL="1069162" indent="0" algn="ctr">
              <a:buNone/>
              <a:defRPr sz="4677"/>
            </a:lvl2pPr>
            <a:lvl3pPr marL="2138324" indent="0" algn="ctr">
              <a:buNone/>
              <a:defRPr sz="4209"/>
            </a:lvl3pPr>
            <a:lvl4pPr marL="3207487" indent="0" algn="ctr">
              <a:buNone/>
              <a:defRPr sz="3742"/>
            </a:lvl4pPr>
            <a:lvl5pPr marL="4276649" indent="0" algn="ctr">
              <a:buNone/>
              <a:defRPr sz="3742"/>
            </a:lvl5pPr>
            <a:lvl6pPr marL="5345811" indent="0" algn="ctr">
              <a:buNone/>
              <a:defRPr sz="3742"/>
            </a:lvl6pPr>
            <a:lvl7pPr marL="6414973" indent="0" algn="ctr">
              <a:buNone/>
              <a:defRPr sz="3742"/>
            </a:lvl7pPr>
            <a:lvl8pPr marL="7484135" indent="0" algn="ctr">
              <a:buNone/>
              <a:defRPr sz="3742"/>
            </a:lvl8pPr>
            <a:lvl9pPr marL="8553298" indent="0" algn="ctr">
              <a:buNone/>
              <a:defRPr sz="3742"/>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44FA2A0-D7A0-43F3-819C-613FD2CCF7BB}"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812CCE-774F-4BA7-A136-69A1FDCC7268}" type="slidenum">
              <a:rPr lang="en-US" smtClean="0"/>
              <a:t>‹#›</a:t>
            </a:fld>
            <a:endParaRPr lang="en-US"/>
          </a:p>
        </p:txBody>
      </p:sp>
    </p:spTree>
    <p:extLst>
      <p:ext uri="{BB962C8B-B14F-4D97-AF65-F5344CB8AC3E}">
        <p14:creationId xmlns:p14="http://schemas.microsoft.com/office/powerpoint/2010/main" val="30156287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4FA2A0-D7A0-43F3-819C-613FD2CCF7BB}"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812CCE-774F-4BA7-A136-69A1FDCC7268}" type="slidenum">
              <a:rPr lang="en-US" smtClean="0"/>
              <a:t>‹#›</a:t>
            </a:fld>
            <a:endParaRPr lang="en-US"/>
          </a:p>
        </p:txBody>
      </p:sp>
    </p:spTree>
    <p:extLst>
      <p:ext uri="{BB962C8B-B14F-4D97-AF65-F5344CB8AC3E}">
        <p14:creationId xmlns:p14="http://schemas.microsoft.com/office/powerpoint/2010/main" val="3941980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8988" y="7547788"/>
            <a:ext cx="18443377" cy="12593645"/>
          </a:xfrm>
        </p:spPr>
        <p:txBody>
          <a:bodyPr anchor="b"/>
          <a:lstStyle>
            <a:lvl1pPr>
              <a:defRPr sz="14031"/>
            </a:lvl1pPr>
          </a:lstStyle>
          <a:p>
            <a:r>
              <a:rPr lang="en-US"/>
              <a:t>Click to edit Master title style</a:t>
            </a:r>
            <a:endParaRPr lang="en-US" dirty="0"/>
          </a:p>
        </p:txBody>
      </p:sp>
      <p:sp>
        <p:nvSpPr>
          <p:cNvPr id="3" name="Text Placeholder 2"/>
          <p:cNvSpPr>
            <a:spLocks noGrp="1"/>
          </p:cNvSpPr>
          <p:nvPr>
            <p:ph type="body" idx="1"/>
          </p:nvPr>
        </p:nvSpPr>
        <p:spPr>
          <a:xfrm>
            <a:off x="1458988" y="20260574"/>
            <a:ext cx="18443377" cy="6622701"/>
          </a:xfrm>
        </p:spPr>
        <p:txBody>
          <a:bodyPr/>
          <a:lstStyle>
            <a:lvl1pPr marL="0" indent="0">
              <a:buNone/>
              <a:defRPr sz="5612">
                <a:solidFill>
                  <a:schemeClr val="tx1">
                    <a:tint val="82000"/>
                  </a:schemeClr>
                </a:solidFill>
              </a:defRPr>
            </a:lvl1pPr>
            <a:lvl2pPr marL="1069162" indent="0">
              <a:buNone/>
              <a:defRPr sz="4677">
                <a:solidFill>
                  <a:schemeClr val="tx1">
                    <a:tint val="82000"/>
                  </a:schemeClr>
                </a:solidFill>
              </a:defRPr>
            </a:lvl2pPr>
            <a:lvl3pPr marL="2138324" indent="0">
              <a:buNone/>
              <a:defRPr sz="4209">
                <a:solidFill>
                  <a:schemeClr val="tx1">
                    <a:tint val="82000"/>
                  </a:schemeClr>
                </a:solidFill>
              </a:defRPr>
            </a:lvl3pPr>
            <a:lvl4pPr marL="3207487" indent="0">
              <a:buNone/>
              <a:defRPr sz="3742">
                <a:solidFill>
                  <a:schemeClr val="tx1">
                    <a:tint val="82000"/>
                  </a:schemeClr>
                </a:solidFill>
              </a:defRPr>
            </a:lvl4pPr>
            <a:lvl5pPr marL="4276649" indent="0">
              <a:buNone/>
              <a:defRPr sz="3742">
                <a:solidFill>
                  <a:schemeClr val="tx1">
                    <a:tint val="82000"/>
                  </a:schemeClr>
                </a:solidFill>
              </a:defRPr>
            </a:lvl5pPr>
            <a:lvl6pPr marL="5345811" indent="0">
              <a:buNone/>
              <a:defRPr sz="3742">
                <a:solidFill>
                  <a:schemeClr val="tx1">
                    <a:tint val="82000"/>
                  </a:schemeClr>
                </a:solidFill>
              </a:defRPr>
            </a:lvl6pPr>
            <a:lvl7pPr marL="6414973" indent="0">
              <a:buNone/>
              <a:defRPr sz="3742">
                <a:solidFill>
                  <a:schemeClr val="tx1">
                    <a:tint val="82000"/>
                  </a:schemeClr>
                </a:solidFill>
              </a:defRPr>
            </a:lvl7pPr>
            <a:lvl8pPr marL="7484135" indent="0">
              <a:buNone/>
              <a:defRPr sz="3742">
                <a:solidFill>
                  <a:schemeClr val="tx1">
                    <a:tint val="82000"/>
                  </a:schemeClr>
                </a:solidFill>
              </a:defRPr>
            </a:lvl8pPr>
            <a:lvl9pPr marL="8553298" indent="0">
              <a:buNone/>
              <a:defRPr sz="3742">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4FA2A0-D7A0-43F3-819C-613FD2CCF7BB}"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812CCE-774F-4BA7-A136-69A1FDCC7268}" type="slidenum">
              <a:rPr lang="en-US" smtClean="0"/>
              <a:t>‹#›</a:t>
            </a:fld>
            <a:endParaRPr lang="en-US"/>
          </a:p>
        </p:txBody>
      </p:sp>
    </p:spTree>
    <p:extLst>
      <p:ext uri="{BB962C8B-B14F-4D97-AF65-F5344CB8AC3E}">
        <p14:creationId xmlns:p14="http://schemas.microsoft.com/office/powerpoint/2010/main" val="1730407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70124" y="8059374"/>
            <a:ext cx="9088041" cy="192093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825460" y="8059374"/>
            <a:ext cx="9088041" cy="192093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44FA2A0-D7A0-43F3-819C-613FD2CCF7BB}" type="datetimeFigureOut">
              <a:rPr lang="en-US" smtClean="0"/>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812CCE-774F-4BA7-A136-69A1FDCC7268}" type="slidenum">
              <a:rPr lang="en-US" smtClean="0"/>
              <a:t>‹#›</a:t>
            </a:fld>
            <a:endParaRPr lang="en-US"/>
          </a:p>
        </p:txBody>
      </p:sp>
    </p:spTree>
    <p:extLst>
      <p:ext uri="{BB962C8B-B14F-4D97-AF65-F5344CB8AC3E}">
        <p14:creationId xmlns:p14="http://schemas.microsoft.com/office/powerpoint/2010/main" val="2097070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72909" y="1611882"/>
            <a:ext cx="18443377" cy="585180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72912" y="7421634"/>
            <a:ext cx="9046274"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Click to edit Master text styles</a:t>
            </a:r>
          </a:p>
        </p:txBody>
      </p:sp>
      <p:sp>
        <p:nvSpPr>
          <p:cNvPr id="4" name="Content Placeholder 3"/>
          <p:cNvSpPr>
            <a:spLocks noGrp="1"/>
          </p:cNvSpPr>
          <p:nvPr>
            <p:ph sz="half" idx="2"/>
          </p:nvPr>
        </p:nvSpPr>
        <p:spPr>
          <a:xfrm>
            <a:off x="1472912" y="11058863"/>
            <a:ext cx="9046274" cy="16265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825461" y="7421634"/>
            <a:ext cx="9090826"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Click to edit Master text styles</a:t>
            </a:r>
          </a:p>
        </p:txBody>
      </p:sp>
      <p:sp>
        <p:nvSpPr>
          <p:cNvPr id="6" name="Content Placeholder 5"/>
          <p:cNvSpPr>
            <a:spLocks noGrp="1"/>
          </p:cNvSpPr>
          <p:nvPr>
            <p:ph sz="quarter" idx="4"/>
          </p:nvPr>
        </p:nvSpPr>
        <p:spPr>
          <a:xfrm>
            <a:off x="10825461" y="11058863"/>
            <a:ext cx="9090826" cy="16265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4FA2A0-D7A0-43F3-819C-613FD2CCF7BB}" type="datetimeFigureOut">
              <a:rPr lang="en-US" smtClean="0"/>
              <a:t>11/28/2025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812CCE-774F-4BA7-A136-69A1FDCC7268}" type="slidenum">
              <a:rPr lang="en-US" smtClean="0"/>
              <a:t>‹#›</a:t>
            </a:fld>
            <a:endParaRPr lang="en-US"/>
          </a:p>
        </p:txBody>
      </p:sp>
    </p:spTree>
    <p:extLst>
      <p:ext uri="{BB962C8B-B14F-4D97-AF65-F5344CB8AC3E}">
        <p14:creationId xmlns:p14="http://schemas.microsoft.com/office/powerpoint/2010/main" val="2381787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44FA2A0-D7A0-43F3-819C-613FD2CCF7BB}" type="datetimeFigureOut">
              <a:rPr lang="en-US" smtClean="0"/>
              <a:t>11/28/2025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812CCE-774F-4BA7-A136-69A1FDCC7268}" type="slidenum">
              <a:rPr lang="en-US" smtClean="0"/>
              <a:t>‹#›</a:t>
            </a:fld>
            <a:endParaRPr lang="en-US"/>
          </a:p>
        </p:txBody>
      </p:sp>
    </p:spTree>
    <p:extLst>
      <p:ext uri="{BB962C8B-B14F-4D97-AF65-F5344CB8AC3E}">
        <p14:creationId xmlns:p14="http://schemas.microsoft.com/office/powerpoint/2010/main" val="1139252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4FA2A0-D7A0-43F3-819C-613FD2CCF7BB}" type="datetimeFigureOut">
              <a:rPr lang="en-US" smtClean="0"/>
              <a:t>11/28/2025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812CCE-774F-4BA7-A136-69A1FDCC7268}" type="slidenum">
              <a:rPr lang="en-US" smtClean="0"/>
              <a:t>‹#›</a:t>
            </a:fld>
            <a:endParaRPr lang="en-US"/>
          </a:p>
        </p:txBody>
      </p:sp>
    </p:spTree>
    <p:extLst>
      <p:ext uri="{BB962C8B-B14F-4D97-AF65-F5344CB8AC3E}">
        <p14:creationId xmlns:p14="http://schemas.microsoft.com/office/powerpoint/2010/main" val="3335214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en-US"/>
              <a:t>Click to edit Master title style</a:t>
            </a:r>
            <a:endParaRPr lang="en-US" dirty="0"/>
          </a:p>
        </p:txBody>
      </p:sp>
      <p:sp>
        <p:nvSpPr>
          <p:cNvPr id="3" name="Content Placeholder 2"/>
          <p:cNvSpPr>
            <a:spLocks noGrp="1"/>
          </p:cNvSpPr>
          <p:nvPr>
            <p:ph idx="1"/>
          </p:nvPr>
        </p:nvSpPr>
        <p:spPr>
          <a:xfrm>
            <a:off x="9090826" y="4359077"/>
            <a:ext cx="10825460" cy="21515024"/>
          </a:xfrm>
        </p:spPr>
        <p:txBody>
          <a:bodyPr/>
          <a:lstStyle>
            <a:lvl1pPr>
              <a:defRPr sz="7483"/>
            </a:lvl1pPr>
            <a:lvl2pPr>
              <a:defRPr sz="6548"/>
            </a:lvl2pPr>
            <a:lvl3pPr>
              <a:defRPr sz="5612"/>
            </a:lvl3pPr>
            <a:lvl4pPr>
              <a:defRPr sz="4677"/>
            </a:lvl4pPr>
            <a:lvl5pPr>
              <a:defRPr sz="4677"/>
            </a:lvl5pPr>
            <a:lvl6pPr>
              <a:defRPr sz="4677"/>
            </a:lvl6pPr>
            <a:lvl7pPr>
              <a:defRPr sz="4677"/>
            </a:lvl7pPr>
            <a:lvl8pPr>
              <a:defRPr sz="4677"/>
            </a:lvl8pPr>
            <a:lvl9pPr>
              <a:defRPr sz="467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044FA2A0-D7A0-43F3-819C-613FD2CCF7BB}" type="datetimeFigureOut">
              <a:rPr lang="en-US" smtClean="0"/>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812CCE-774F-4BA7-A136-69A1FDCC7268}" type="slidenum">
              <a:rPr lang="en-US" smtClean="0"/>
              <a:t>‹#›</a:t>
            </a:fld>
            <a:endParaRPr lang="en-US"/>
          </a:p>
        </p:txBody>
      </p:sp>
    </p:spTree>
    <p:extLst>
      <p:ext uri="{BB962C8B-B14F-4D97-AF65-F5344CB8AC3E}">
        <p14:creationId xmlns:p14="http://schemas.microsoft.com/office/powerpoint/2010/main" val="1581473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en-US"/>
              <a:t>Click to edit Master title style</a:t>
            </a:r>
            <a:endParaRPr lang="en-US" dirty="0"/>
          </a:p>
        </p:txBody>
      </p:sp>
      <p:sp>
        <p:nvSpPr>
          <p:cNvPr id="3" name="Picture Placeholder 2"/>
          <p:cNvSpPr>
            <a:spLocks noGrp="1" noChangeAspect="1"/>
          </p:cNvSpPr>
          <p:nvPr>
            <p:ph type="pic" idx="1"/>
          </p:nvPr>
        </p:nvSpPr>
        <p:spPr>
          <a:xfrm>
            <a:off x="9090826" y="4359077"/>
            <a:ext cx="10825460" cy="21515024"/>
          </a:xfrm>
        </p:spPr>
        <p:txBody>
          <a:bodyPr anchor="t"/>
          <a:lstStyle>
            <a:lvl1pPr marL="0" indent="0">
              <a:buNone/>
              <a:defRPr sz="7483"/>
            </a:lvl1pPr>
            <a:lvl2pPr marL="1069162" indent="0">
              <a:buNone/>
              <a:defRPr sz="6548"/>
            </a:lvl2pPr>
            <a:lvl3pPr marL="2138324" indent="0">
              <a:buNone/>
              <a:defRPr sz="5612"/>
            </a:lvl3pPr>
            <a:lvl4pPr marL="3207487" indent="0">
              <a:buNone/>
              <a:defRPr sz="4677"/>
            </a:lvl4pPr>
            <a:lvl5pPr marL="4276649" indent="0">
              <a:buNone/>
              <a:defRPr sz="4677"/>
            </a:lvl5pPr>
            <a:lvl6pPr marL="5345811" indent="0">
              <a:buNone/>
              <a:defRPr sz="4677"/>
            </a:lvl6pPr>
            <a:lvl7pPr marL="6414973" indent="0">
              <a:buNone/>
              <a:defRPr sz="4677"/>
            </a:lvl7pPr>
            <a:lvl8pPr marL="7484135" indent="0">
              <a:buNone/>
              <a:defRPr sz="4677"/>
            </a:lvl8pPr>
            <a:lvl9pPr marL="8553298" indent="0">
              <a:buNone/>
              <a:defRPr sz="4677"/>
            </a:lvl9pPr>
          </a:lstStyle>
          <a:p>
            <a:r>
              <a:rPr lang="en-US"/>
              <a:t>Click icon to add picture</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044FA2A0-D7A0-43F3-819C-613FD2CCF7BB}" type="datetimeFigureOut">
              <a:rPr lang="en-US" smtClean="0"/>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812CCE-774F-4BA7-A136-69A1FDCC7268}" type="slidenum">
              <a:rPr lang="en-US" smtClean="0"/>
              <a:t>‹#›</a:t>
            </a:fld>
            <a:endParaRPr lang="en-US"/>
          </a:p>
        </p:txBody>
      </p:sp>
    </p:spTree>
    <p:extLst>
      <p:ext uri="{BB962C8B-B14F-4D97-AF65-F5344CB8AC3E}">
        <p14:creationId xmlns:p14="http://schemas.microsoft.com/office/powerpoint/2010/main" val="511259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4FA2A0-D7A0-43F3-819C-613FD2CCF7BB}"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812CCE-774F-4BA7-A136-69A1FDCC7268}" type="slidenum">
              <a:rPr lang="en-US" smtClean="0"/>
              <a:t>‹#›</a:t>
            </a:fld>
            <a:endParaRPr lang="en-US"/>
          </a:p>
        </p:txBody>
      </p:sp>
    </p:spTree>
    <p:extLst>
      <p:ext uri="{BB962C8B-B14F-4D97-AF65-F5344CB8AC3E}">
        <p14:creationId xmlns:p14="http://schemas.microsoft.com/office/powerpoint/2010/main" val="4267930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611875"/>
            <a:ext cx="4610844" cy="256568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70125" y="1611875"/>
            <a:ext cx="13565237" cy="256568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4FA2A0-D7A0-43F3-819C-613FD2CCF7BB}"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812CCE-774F-4BA7-A136-69A1FDCC7268}" type="slidenum">
              <a:rPr lang="en-US" smtClean="0"/>
              <a:t>‹#›</a:t>
            </a:fld>
            <a:endParaRPr lang="en-US"/>
          </a:p>
        </p:txBody>
      </p:sp>
    </p:spTree>
    <p:extLst>
      <p:ext uri="{BB962C8B-B14F-4D97-AF65-F5344CB8AC3E}">
        <p14:creationId xmlns:p14="http://schemas.microsoft.com/office/powerpoint/2010/main" val="2487460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11882"/>
            <a:ext cx="18443377" cy="585180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70124" y="8059374"/>
            <a:ext cx="18443377" cy="1920934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70124" y="28060644"/>
            <a:ext cx="4811316" cy="1611875"/>
          </a:xfrm>
          <a:prstGeom prst="rect">
            <a:avLst/>
          </a:prstGeom>
        </p:spPr>
        <p:txBody>
          <a:bodyPr vert="horz" lIns="91440" tIns="45720" rIns="91440" bIns="45720" rtlCol="0" anchor="ctr"/>
          <a:lstStyle>
            <a:lvl1pPr algn="l">
              <a:defRPr sz="2806">
                <a:solidFill>
                  <a:schemeClr val="tx1">
                    <a:tint val="82000"/>
                  </a:schemeClr>
                </a:solidFill>
              </a:defRPr>
            </a:lvl1pPr>
          </a:lstStyle>
          <a:p>
            <a:fld id="{044FA2A0-D7A0-43F3-819C-613FD2CCF7BB}" type="datetimeFigureOut">
              <a:rPr lang="en-US" smtClean="0"/>
              <a:t>11/28/2025</a:t>
            </a:fld>
            <a:endParaRPr lang="en-US"/>
          </a:p>
        </p:txBody>
      </p:sp>
      <p:sp>
        <p:nvSpPr>
          <p:cNvPr id="5" name="Footer Placeholder 4"/>
          <p:cNvSpPr>
            <a:spLocks noGrp="1"/>
          </p:cNvSpPr>
          <p:nvPr>
            <p:ph type="ftr" sz="quarter" idx="3"/>
          </p:nvPr>
        </p:nvSpPr>
        <p:spPr>
          <a:xfrm>
            <a:off x="7083326" y="28060644"/>
            <a:ext cx="7216973" cy="1611875"/>
          </a:xfrm>
          <a:prstGeom prst="rect">
            <a:avLst/>
          </a:prstGeom>
        </p:spPr>
        <p:txBody>
          <a:bodyPr vert="horz" lIns="91440" tIns="45720" rIns="91440" bIns="45720" rtlCol="0" anchor="ctr"/>
          <a:lstStyle>
            <a:lvl1pPr algn="ctr">
              <a:defRPr sz="2806">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15102185" y="28060644"/>
            <a:ext cx="4811316" cy="1611875"/>
          </a:xfrm>
          <a:prstGeom prst="rect">
            <a:avLst/>
          </a:prstGeom>
        </p:spPr>
        <p:txBody>
          <a:bodyPr vert="horz" lIns="91440" tIns="45720" rIns="91440" bIns="45720" rtlCol="0" anchor="ctr"/>
          <a:lstStyle>
            <a:lvl1pPr algn="r">
              <a:defRPr sz="2806">
                <a:solidFill>
                  <a:schemeClr val="tx1">
                    <a:tint val="82000"/>
                  </a:schemeClr>
                </a:solidFill>
              </a:defRPr>
            </a:lvl1pPr>
          </a:lstStyle>
          <a:p>
            <a:fld id="{FE812CCE-774F-4BA7-A136-69A1FDCC7268}" type="slidenum">
              <a:rPr lang="en-US" smtClean="0"/>
              <a:t>‹#›</a:t>
            </a:fld>
            <a:endParaRPr lang="en-US"/>
          </a:p>
        </p:txBody>
      </p:sp>
    </p:spTree>
    <p:extLst>
      <p:ext uri="{BB962C8B-B14F-4D97-AF65-F5344CB8AC3E}">
        <p14:creationId xmlns:p14="http://schemas.microsoft.com/office/powerpoint/2010/main" val="24722120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p:titleStyle>
    <p:body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p:bodyStyle>
    <p:otherStyle>
      <a:defPPr>
        <a:defRPr lang="en-US"/>
      </a:defPPr>
      <a:lvl1pPr marL="0" algn="l" defTabSz="2138324" rtl="0" eaLnBrk="1" latinLnBrk="0" hangingPunct="1">
        <a:defRPr sz="4209" kern="1200">
          <a:solidFill>
            <a:schemeClr val="tx1"/>
          </a:solidFill>
          <a:latin typeface="+mn-lt"/>
          <a:ea typeface="+mn-ea"/>
          <a:cs typeface="+mn-cs"/>
        </a:defRPr>
      </a:lvl1pPr>
      <a:lvl2pPr marL="1069162" algn="l" defTabSz="2138324" rtl="0" eaLnBrk="1" latinLnBrk="0" hangingPunct="1">
        <a:defRPr sz="4209" kern="1200">
          <a:solidFill>
            <a:schemeClr val="tx1"/>
          </a:solidFill>
          <a:latin typeface="+mn-lt"/>
          <a:ea typeface="+mn-ea"/>
          <a:cs typeface="+mn-cs"/>
        </a:defRPr>
      </a:lvl2pPr>
      <a:lvl3pPr marL="2138324" algn="l" defTabSz="2138324" rtl="0" eaLnBrk="1" latinLnBrk="0" hangingPunct="1">
        <a:defRPr sz="4209" kern="1200">
          <a:solidFill>
            <a:schemeClr val="tx1"/>
          </a:solidFill>
          <a:latin typeface="+mn-lt"/>
          <a:ea typeface="+mn-ea"/>
          <a:cs typeface="+mn-cs"/>
        </a:defRPr>
      </a:lvl3pPr>
      <a:lvl4pPr marL="3207487" algn="l" defTabSz="2138324" rtl="0" eaLnBrk="1" latinLnBrk="0" hangingPunct="1">
        <a:defRPr sz="4209" kern="1200">
          <a:solidFill>
            <a:schemeClr val="tx1"/>
          </a:solidFill>
          <a:latin typeface="+mn-lt"/>
          <a:ea typeface="+mn-ea"/>
          <a:cs typeface="+mn-cs"/>
        </a:defRPr>
      </a:lvl4pPr>
      <a:lvl5pPr marL="4276649" algn="l" defTabSz="2138324" rtl="0" eaLnBrk="1" latinLnBrk="0" hangingPunct="1">
        <a:defRPr sz="4209" kern="1200">
          <a:solidFill>
            <a:schemeClr val="tx1"/>
          </a:solidFill>
          <a:latin typeface="+mn-lt"/>
          <a:ea typeface="+mn-ea"/>
          <a:cs typeface="+mn-cs"/>
        </a:defRPr>
      </a:lvl5pPr>
      <a:lvl6pPr marL="5345811" algn="l" defTabSz="2138324" rtl="0" eaLnBrk="1" latinLnBrk="0" hangingPunct="1">
        <a:defRPr sz="4209" kern="1200">
          <a:solidFill>
            <a:schemeClr val="tx1"/>
          </a:solidFill>
          <a:latin typeface="+mn-lt"/>
          <a:ea typeface="+mn-ea"/>
          <a:cs typeface="+mn-cs"/>
        </a:defRPr>
      </a:lvl6pPr>
      <a:lvl7pPr marL="6414973" algn="l" defTabSz="2138324" rtl="0" eaLnBrk="1" latinLnBrk="0" hangingPunct="1">
        <a:defRPr sz="4209" kern="1200">
          <a:solidFill>
            <a:schemeClr val="tx1"/>
          </a:solidFill>
          <a:latin typeface="+mn-lt"/>
          <a:ea typeface="+mn-ea"/>
          <a:cs typeface="+mn-cs"/>
        </a:defRPr>
      </a:lvl7pPr>
      <a:lvl8pPr marL="7484135" algn="l" defTabSz="2138324" rtl="0" eaLnBrk="1" latinLnBrk="0" hangingPunct="1">
        <a:defRPr sz="4209" kern="1200">
          <a:solidFill>
            <a:schemeClr val="tx1"/>
          </a:solidFill>
          <a:latin typeface="+mn-lt"/>
          <a:ea typeface="+mn-ea"/>
          <a:cs typeface="+mn-cs"/>
        </a:defRPr>
      </a:lvl8pPr>
      <a:lvl9pPr marL="8553298" algn="l" defTabSz="2138324" rtl="0" eaLnBrk="1" latinLnBrk="0" hangingPunct="1">
        <a:defRPr sz="420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jpg"/><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chart" Target="../charts/char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56A2A"/>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4CB8DEB-BC80-943A-50F5-1D686FB85DF5}"/>
              </a:ext>
            </a:extLst>
          </p:cNvPr>
          <p:cNvSpPr/>
          <p:nvPr/>
        </p:nvSpPr>
        <p:spPr>
          <a:xfrm>
            <a:off x="692727" y="3074909"/>
            <a:ext cx="9662680" cy="7564516"/>
          </a:xfrm>
          <a:prstGeom prst="rect">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DD991FEA-7107-5D3C-AB94-CD1D14724D0E}"/>
              </a:ext>
            </a:extLst>
          </p:cNvPr>
          <p:cNvSpPr/>
          <p:nvPr/>
        </p:nvSpPr>
        <p:spPr>
          <a:xfrm>
            <a:off x="11028219" y="3074909"/>
            <a:ext cx="9662680" cy="7564515"/>
          </a:xfrm>
          <a:prstGeom prst="rect">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9540B4B5-0C5C-6101-C83C-D6970C3448F0}"/>
              </a:ext>
            </a:extLst>
          </p:cNvPr>
          <p:cNvSpPr txBox="1"/>
          <p:nvPr/>
        </p:nvSpPr>
        <p:spPr>
          <a:xfrm>
            <a:off x="1060397" y="3341992"/>
            <a:ext cx="8883703" cy="7755969"/>
          </a:xfrm>
          <a:prstGeom prst="rect">
            <a:avLst/>
          </a:prstGeom>
          <a:noFill/>
        </p:spPr>
        <p:txBody>
          <a:bodyPr wrap="square" rtlCol="0">
            <a:spAutoFit/>
          </a:bodyPr>
          <a:lstStyle/>
          <a:p>
            <a:r>
              <a:rPr lang="it-IT" sz="4800" b="1" dirty="0"/>
              <a:t>WHAT WE OFFER</a:t>
            </a:r>
            <a:endParaRPr lang="it-IT" sz="2800" b="1" dirty="0"/>
          </a:p>
          <a:p>
            <a:pPr algn="just"/>
            <a:r>
              <a:rPr lang="pt-BR" sz="2400" b="1" dirty="0">
                <a:latin typeface="Abadi" panose="020B0604020104020204" pitchFamily="34" charset="0"/>
                <a:ea typeface="Cambria" panose="02040503050406030204" pitchFamily="18" charset="0"/>
                <a:cs typeface="Calibri" panose="020F0502020204030204" pitchFamily="34" charset="0"/>
              </a:rPr>
              <a:t>Zambia as Africa’s Motorsport Hub: </a:t>
            </a:r>
            <a:r>
              <a:rPr lang="en-US" sz="2400" dirty="0">
                <a:latin typeface="Abadi" panose="020B0604020104020204" pitchFamily="34" charset="0"/>
              </a:rPr>
              <a:t>We aim to position Zambia as the heart of African motorsport, combining local identity, innovation and sustainability.</a:t>
            </a:r>
          </a:p>
          <a:p>
            <a:pPr algn="just"/>
            <a:r>
              <a:rPr lang="en-US" sz="2400" b="1" dirty="0">
                <a:latin typeface="Abadi" panose="020B0604020104020204" pitchFamily="34" charset="0"/>
              </a:rPr>
              <a:t>Racetrack construction and Championship: </a:t>
            </a:r>
            <a:r>
              <a:rPr lang="en-US" sz="2400" dirty="0">
                <a:latin typeface="Abadi" panose="020B0604020104020204" pitchFamily="34" charset="0"/>
              </a:rPr>
              <a:t>We want to build the first Zambian circuit and bring a unique two-tier format with open community racing and professional competitions.</a:t>
            </a:r>
          </a:p>
          <a:p>
            <a:pPr algn="just"/>
            <a:r>
              <a:rPr lang="en-US" sz="2400" b="1" dirty="0">
                <a:latin typeface="Abadi" panose="020B0604020104020204" pitchFamily="34" charset="0"/>
              </a:rPr>
              <a:t>Accessible and Inclusive Motorsport: </a:t>
            </a:r>
            <a:r>
              <a:rPr lang="en-US" sz="2400" dirty="0">
                <a:latin typeface="Abadi" panose="020B0604020104020204" pitchFamily="34" charset="0"/>
              </a:rPr>
              <a:t>We aim to expand motorsport horizons across Sub-Saharan-Africa, opening the track to everyone with low-cost entry programs and equal opportunities for all drivers.</a:t>
            </a:r>
          </a:p>
          <a:p>
            <a:pPr algn="just"/>
            <a:r>
              <a:rPr lang="en-US" sz="2400" b="1" dirty="0">
                <a:latin typeface="Abadi" panose="020B0604020104020204" pitchFamily="34" charset="0"/>
              </a:rPr>
              <a:t>Innovation and Technology Development: </a:t>
            </a:r>
            <a:r>
              <a:rPr lang="en-US" sz="2400" dirty="0">
                <a:latin typeface="Abadi" panose="020B0604020104020204" pitchFamily="34" charset="0"/>
              </a:rPr>
              <a:t>We design and build a cutting-edge race car prototype at low cost, leveraging new technologies to train talent and build the future of technological development of  Africa.</a:t>
            </a:r>
          </a:p>
          <a:p>
            <a:pPr algn="just"/>
            <a:r>
              <a:rPr lang="en-US" sz="2400" b="1" dirty="0">
                <a:latin typeface="Abadi" panose="020B0604020104020204" pitchFamily="34" charset="0"/>
              </a:rPr>
              <a:t>Commercial and Media Growth: </a:t>
            </a:r>
            <a:r>
              <a:rPr lang="en-US" sz="2400" dirty="0">
                <a:latin typeface="Abadi" panose="020B0604020104020204" pitchFamily="34" charset="0"/>
              </a:rPr>
              <a:t>We want to expand the Sub-Saharan African motorsport ecosystem through TV rights, sponsorships and strategic partnerships.</a:t>
            </a:r>
          </a:p>
          <a:p>
            <a:endParaRPr lang="it-IT" sz="2400" b="1" dirty="0"/>
          </a:p>
          <a:p>
            <a:endParaRPr lang="en-US" dirty="0"/>
          </a:p>
        </p:txBody>
      </p:sp>
      <p:sp>
        <p:nvSpPr>
          <p:cNvPr id="17" name="Rectangle 16">
            <a:extLst>
              <a:ext uri="{FF2B5EF4-FFF2-40B4-BE49-F238E27FC236}">
                <a16:creationId xmlns:a16="http://schemas.microsoft.com/office/drawing/2014/main" id="{A1BFDEFD-C729-8307-7120-0FCF42036906}"/>
              </a:ext>
            </a:extLst>
          </p:cNvPr>
          <p:cNvSpPr>
            <a:spLocks/>
          </p:cNvSpPr>
          <p:nvPr/>
        </p:nvSpPr>
        <p:spPr>
          <a:xfrm>
            <a:off x="878648" y="3256337"/>
            <a:ext cx="9281351" cy="7183063"/>
          </a:xfrm>
          <a:prstGeom prst="rect">
            <a:avLst/>
          </a:prstGeom>
          <a:noFill/>
          <a:ln w="127000">
            <a:solidFill>
              <a:srgbClr val="C56A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4E66A4F6-EEFF-7DA0-4DF9-7DAEEE29DC93}"/>
              </a:ext>
            </a:extLst>
          </p:cNvPr>
          <p:cNvSpPr>
            <a:spLocks/>
          </p:cNvSpPr>
          <p:nvPr/>
        </p:nvSpPr>
        <p:spPr>
          <a:xfrm>
            <a:off x="11223626" y="3256339"/>
            <a:ext cx="9281351" cy="7183061"/>
          </a:xfrm>
          <a:prstGeom prst="rect">
            <a:avLst/>
          </a:prstGeom>
          <a:noFill/>
          <a:ln w="127000">
            <a:solidFill>
              <a:srgbClr val="C56A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EA0A75E9-1B38-1BD7-4A90-83C16FB3724A}"/>
              </a:ext>
            </a:extLst>
          </p:cNvPr>
          <p:cNvSpPr txBox="1"/>
          <p:nvPr/>
        </p:nvSpPr>
        <p:spPr>
          <a:xfrm>
            <a:off x="11469691" y="3362030"/>
            <a:ext cx="8853537" cy="7017306"/>
          </a:xfrm>
          <a:prstGeom prst="rect">
            <a:avLst/>
          </a:prstGeom>
          <a:noFill/>
        </p:spPr>
        <p:txBody>
          <a:bodyPr wrap="square" rtlCol="0">
            <a:spAutoFit/>
          </a:bodyPr>
          <a:lstStyle/>
          <a:p>
            <a:pPr algn="r"/>
            <a:r>
              <a:rPr lang="it-IT" sz="4800" b="1" dirty="0"/>
              <a:t>HOW WE MAKE MONEY</a:t>
            </a:r>
          </a:p>
          <a:p>
            <a:pPr algn="just"/>
            <a:r>
              <a:rPr lang="en-GB" sz="2400" b="1" dirty="0">
                <a:latin typeface="Abadi" panose="020B0604020104020204" pitchFamily="34" charset="0"/>
                <a:ea typeface="Cambria" panose="02040503050406030204" pitchFamily="18" charset="0"/>
                <a:cs typeface="Calibri" panose="020F0502020204030204" pitchFamily="34" charset="0"/>
              </a:rPr>
              <a:t>Diversified Revenue Model</a:t>
            </a:r>
            <a:r>
              <a:rPr lang="en-GB" sz="2400" dirty="0">
                <a:latin typeface="Abadi" panose="020B0604020104020204" pitchFamily="34" charset="0"/>
                <a:ea typeface="Cambria" panose="02040503050406030204" pitchFamily="18" charset="0"/>
                <a:cs typeface="Calibri" panose="020F0502020204030204" pitchFamily="34" charset="0"/>
              </a:rPr>
              <a:t>: Income comes from racing activity, media exposure and strategic commercial partnerships.</a:t>
            </a:r>
          </a:p>
          <a:p>
            <a:pPr algn="just"/>
            <a:r>
              <a:rPr lang="en-GB" sz="2400" b="1" dirty="0">
                <a:latin typeface="Abadi" panose="020B0604020104020204" pitchFamily="34" charset="0"/>
                <a:ea typeface="Cambria" panose="02040503050406030204" pitchFamily="18" charset="0"/>
                <a:cs typeface="Calibri" panose="020F0502020204030204" pitchFamily="34" charset="0"/>
              </a:rPr>
              <a:t>Championship and Hot-Lap Fees</a:t>
            </a:r>
            <a:r>
              <a:rPr lang="en-GB" sz="2400" dirty="0">
                <a:latin typeface="Abadi" panose="020B0604020104020204" pitchFamily="34" charset="0"/>
                <a:ea typeface="Cambria" panose="02040503050406030204" pitchFamily="18" charset="0"/>
                <a:cs typeface="Calibri" panose="020F0502020204030204" pitchFamily="34" charset="0"/>
              </a:rPr>
              <a:t>: We monetise track usage through professional race weekends and daily Hot-Lap sessions, creating consistent and scalable revenue.</a:t>
            </a:r>
          </a:p>
          <a:p>
            <a:pPr algn="just"/>
            <a:r>
              <a:rPr lang="en-GB" sz="2400" b="1" dirty="0">
                <a:latin typeface="Abadi" panose="020B0604020104020204" pitchFamily="34" charset="0"/>
                <a:ea typeface="Cambria" panose="02040503050406030204" pitchFamily="18" charset="0"/>
                <a:cs typeface="Calibri" panose="020F0502020204030204" pitchFamily="34" charset="0"/>
              </a:rPr>
              <a:t>Symbolic Ticketing</a:t>
            </a:r>
            <a:r>
              <a:rPr lang="en-GB" sz="2400" dirty="0">
                <a:latin typeface="Abadi" panose="020B0604020104020204" pitchFamily="34" charset="0"/>
                <a:ea typeface="Cambria" panose="02040503050406030204" pitchFamily="18" charset="0"/>
                <a:cs typeface="Calibri" panose="020F0502020204030204" pitchFamily="34" charset="0"/>
              </a:rPr>
              <a:t>: Ticket prices are intentionally low to maximise attendance, strengthen community engagement and increase the value of sponsorships and TV rights.</a:t>
            </a:r>
          </a:p>
          <a:p>
            <a:pPr algn="just"/>
            <a:r>
              <a:rPr lang="en-GB" sz="2400" b="1" dirty="0">
                <a:latin typeface="Abadi" panose="020B0604020104020204" pitchFamily="34" charset="0"/>
                <a:ea typeface="Cambria" panose="02040503050406030204" pitchFamily="18" charset="0"/>
                <a:cs typeface="Calibri" panose="020F0502020204030204" pitchFamily="34" charset="0"/>
              </a:rPr>
              <a:t>Sponsorships and Partnerships</a:t>
            </a:r>
            <a:r>
              <a:rPr lang="en-GB" sz="2400" dirty="0">
                <a:latin typeface="Abadi" panose="020B0604020104020204" pitchFamily="34" charset="0"/>
                <a:ea typeface="Cambria" panose="02040503050406030204" pitchFamily="18" charset="0"/>
                <a:cs typeface="Calibri" panose="020F0502020204030204" pitchFamily="34" charset="0"/>
              </a:rPr>
              <a:t>: Local and international brands support the project through annual sponsorship deals and commercial activations, forming a major revenue pillar.</a:t>
            </a:r>
          </a:p>
          <a:p>
            <a:pPr algn="just"/>
            <a:r>
              <a:rPr lang="en-GB" sz="2400" b="1" dirty="0">
                <a:latin typeface="Abadi" panose="020B0604020104020204" pitchFamily="34" charset="0"/>
                <a:ea typeface="Cambria" panose="02040503050406030204" pitchFamily="18" charset="0"/>
                <a:cs typeface="Calibri" panose="020F0502020204030204" pitchFamily="34" charset="0"/>
              </a:rPr>
              <a:t>Broadcasting and Media Rights</a:t>
            </a:r>
            <a:r>
              <a:rPr lang="en-GB" sz="2400" dirty="0">
                <a:latin typeface="Abadi" panose="020B0604020104020204" pitchFamily="34" charset="0"/>
                <a:ea typeface="Cambria" panose="02040503050406030204" pitchFamily="18" charset="0"/>
                <a:cs typeface="Calibri" panose="020F0502020204030204" pitchFamily="34" charset="0"/>
              </a:rPr>
              <a:t>: High attendance and unique race formats help secure TV and streaming agreements across Sub-Saharan Africa.</a:t>
            </a:r>
          </a:p>
          <a:p>
            <a:pPr algn="just"/>
            <a:r>
              <a:rPr lang="en-GB" sz="2400" b="1" dirty="0">
                <a:latin typeface="Abadi" panose="020B0604020104020204" pitchFamily="34" charset="0"/>
                <a:ea typeface="Cambria" panose="02040503050406030204" pitchFamily="18" charset="0"/>
                <a:cs typeface="Calibri" panose="020F0502020204030204" pitchFamily="34" charset="0"/>
              </a:rPr>
              <a:t>Simulators</a:t>
            </a:r>
            <a:r>
              <a:rPr lang="en-GB" sz="2400" dirty="0">
                <a:latin typeface="Abadi" panose="020B0604020104020204" pitchFamily="34" charset="0"/>
                <a:ea typeface="Cambria" panose="02040503050406030204" pitchFamily="18" charset="0"/>
                <a:cs typeface="Calibri" panose="020F0502020204030204" pitchFamily="34" charset="0"/>
              </a:rPr>
              <a:t>: Additional income comes from simulators and training sessions.</a:t>
            </a:r>
            <a:endParaRPr lang="it-IT" sz="2400" dirty="0">
              <a:latin typeface="Abadi" panose="020B0604020104020204" pitchFamily="34" charset="0"/>
              <a:ea typeface="Cambria" panose="02040503050406030204" pitchFamily="18" charset="0"/>
              <a:cs typeface="Calibri" panose="020F0502020204030204" pitchFamily="34" charset="0"/>
            </a:endParaRPr>
          </a:p>
          <a:p>
            <a:endParaRPr lang="en-US" dirty="0"/>
          </a:p>
        </p:txBody>
      </p:sp>
      <p:sp>
        <p:nvSpPr>
          <p:cNvPr id="21" name="Rectangle 20">
            <a:extLst>
              <a:ext uri="{FF2B5EF4-FFF2-40B4-BE49-F238E27FC236}">
                <a16:creationId xmlns:a16="http://schemas.microsoft.com/office/drawing/2014/main" id="{4A31B0AA-064A-3E5A-6A2A-616D06F8D82F}"/>
              </a:ext>
            </a:extLst>
          </p:cNvPr>
          <p:cNvSpPr/>
          <p:nvPr/>
        </p:nvSpPr>
        <p:spPr>
          <a:xfrm>
            <a:off x="643948" y="11067319"/>
            <a:ext cx="9662680" cy="6439989"/>
          </a:xfrm>
          <a:prstGeom prst="rect">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9DDAEC1C-1047-9F7B-AF8D-E9A8227A64F8}"/>
              </a:ext>
            </a:extLst>
          </p:cNvPr>
          <p:cNvSpPr/>
          <p:nvPr/>
        </p:nvSpPr>
        <p:spPr>
          <a:xfrm>
            <a:off x="11068705" y="11063572"/>
            <a:ext cx="9662680" cy="6439989"/>
          </a:xfrm>
          <a:prstGeom prst="rect">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ADDF9DD4-0CDC-9A52-8238-0B3521227F83}"/>
              </a:ext>
            </a:extLst>
          </p:cNvPr>
          <p:cNvSpPr txBox="1"/>
          <p:nvPr/>
        </p:nvSpPr>
        <p:spPr>
          <a:xfrm>
            <a:off x="965900" y="11304167"/>
            <a:ext cx="5274479" cy="2215991"/>
          </a:xfrm>
          <a:prstGeom prst="rect">
            <a:avLst/>
          </a:prstGeom>
          <a:noFill/>
        </p:spPr>
        <p:txBody>
          <a:bodyPr wrap="square" rtlCol="0">
            <a:spAutoFit/>
          </a:bodyPr>
          <a:lstStyle/>
          <a:p>
            <a:r>
              <a:rPr lang="it-IT" sz="4800" b="1" dirty="0"/>
              <a:t>THE CAR</a:t>
            </a:r>
          </a:p>
          <a:p>
            <a:pPr algn="just"/>
            <a:r>
              <a:rPr lang="en-US" sz="2400" dirty="0">
                <a:solidFill>
                  <a:srgbClr val="000000"/>
                </a:solidFill>
                <a:latin typeface="Abadi" panose="020B0604020104020204" pitchFamily="34" charset="0"/>
              </a:rPr>
              <a:t>We aim to build a high-performance race prototype with low cost and low environmental impact. It features:</a:t>
            </a:r>
            <a:endParaRPr lang="it-IT" sz="4800" b="1" dirty="0"/>
          </a:p>
          <a:p>
            <a:endParaRPr lang="en-US" dirty="0"/>
          </a:p>
        </p:txBody>
      </p:sp>
      <p:sp>
        <p:nvSpPr>
          <p:cNvPr id="24" name="Rectangle 23">
            <a:extLst>
              <a:ext uri="{FF2B5EF4-FFF2-40B4-BE49-F238E27FC236}">
                <a16:creationId xmlns:a16="http://schemas.microsoft.com/office/drawing/2014/main" id="{3D071176-C280-A38E-DD38-ED2D0412DBF6}"/>
              </a:ext>
            </a:extLst>
          </p:cNvPr>
          <p:cNvSpPr>
            <a:spLocks/>
          </p:cNvSpPr>
          <p:nvPr/>
        </p:nvSpPr>
        <p:spPr>
          <a:xfrm>
            <a:off x="829869" y="11248749"/>
            <a:ext cx="9281351" cy="6048989"/>
          </a:xfrm>
          <a:prstGeom prst="rect">
            <a:avLst/>
          </a:prstGeom>
          <a:noFill/>
          <a:ln w="127000">
            <a:solidFill>
              <a:srgbClr val="C56A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B6083FE3-40BC-24AF-F977-7BA59E7A0E01}"/>
              </a:ext>
            </a:extLst>
          </p:cNvPr>
          <p:cNvSpPr>
            <a:spLocks/>
          </p:cNvSpPr>
          <p:nvPr/>
        </p:nvSpPr>
        <p:spPr>
          <a:xfrm>
            <a:off x="11264112" y="11245001"/>
            <a:ext cx="9281351" cy="6048989"/>
          </a:xfrm>
          <a:prstGeom prst="rect">
            <a:avLst/>
          </a:prstGeom>
          <a:noFill/>
          <a:ln w="127000">
            <a:solidFill>
              <a:srgbClr val="C56A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5055E2CF-8281-E531-8C95-B46532EC488A}"/>
              </a:ext>
            </a:extLst>
          </p:cNvPr>
          <p:cNvSpPr txBox="1"/>
          <p:nvPr/>
        </p:nvSpPr>
        <p:spPr>
          <a:xfrm>
            <a:off x="14161835" y="11304167"/>
            <a:ext cx="6248510" cy="6278642"/>
          </a:xfrm>
          <a:prstGeom prst="rect">
            <a:avLst/>
          </a:prstGeom>
          <a:noFill/>
        </p:spPr>
        <p:txBody>
          <a:bodyPr wrap="square" rtlCol="0">
            <a:spAutoFit/>
          </a:bodyPr>
          <a:lstStyle/>
          <a:p>
            <a:pPr algn="r"/>
            <a:r>
              <a:rPr lang="it-IT" sz="4800" b="1" dirty="0"/>
              <a:t>THE RACETRACK</a:t>
            </a:r>
          </a:p>
          <a:p>
            <a:pPr algn="just"/>
            <a:r>
              <a:rPr lang="en-GB" sz="2400" dirty="0">
                <a:solidFill>
                  <a:srgbClr val="000000"/>
                </a:solidFill>
                <a:latin typeface="Abadi" panose="020B0604020104020204" pitchFamily="34" charset="0"/>
              </a:rPr>
              <a:t>With the support of the Zambian government, we will build the country’s first permanent racing circuit as a national development project. Our contribution focuses on the essential operational facilities: garages, paddock units and technical buildings, designed for low-cost construction and efficient maintenance. This shared infrastructure model gives us access to a professional-grade racetrack while keeping investment requirements low. </a:t>
            </a:r>
            <a:r>
              <a:rPr lang="en-US" sz="2400" dirty="0">
                <a:solidFill>
                  <a:srgbClr val="000000"/>
                </a:solidFill>
                <a:latin typeface="Abadi" panose="020B0604020104020204" pitchFamily="34" charset="0"/>
              </a:rPr>
              <a:t>In this way, we help lay the foundation for a sustainable motorsport ecosystem that can grow and benefit the entire region.</a:t>
            </a:r>
            <a:endParaRPr lang="en-GB" sz="2400" dirty="0">
              <a:solidFill>
                <a:srgbClr val="000000"/>
              </a:solidFill>
              <a:latin typeface="Abadi" panose="020B0604020104020204" pitchFamily="34" charset="0"/>
            </a:endParaRPr>
          </a:p>
          <a:p>
            <a:pPr algn="r"/>
            <a:endParaRPr lang="en-US" dirty="0"/>
          </a:p>
        </p:txBody>
      </p:sp>
      <p:grpSp>
        <p:nvGrpSpPr>
          <p:cNvPr id="37" name="Group 36">
            <a:extLst>
              <a:ext uri="{FF2B5EF4-FFF2-40B4-BE49-F238E27FC236}">
                <a16:creationId xmlns:a16="http://schemas.microsoft.com/office/drawing/2014/main" id="{B9C5F92F-F2F4-DE7A-3B14-90A3BFCA1D08}"/>
              </a:ext>
            </a:extLst>
          </p:cNvPr>
          <p:cNvGrpSpPr/>
          <p:nvPr/>
        </p:nvGrpSpPr>
        <p:grpSpPr>
          <a:xfrm>
            <a:off x="1606832" y="637391"/>
            <a:ext cx="18169959" cy="1920406"/>
            <a:chOff x="953706" y="656442"/>
            <a:chExt cx="18169959" cy="1920406"/>
          </a:xfrm>
        </p:grpSpPr>
        <p:pic>
          <p:nvPicPr>
            <p:cNvPr id="38" name="Picture 37">
              <a:extLst>
                <a:ext uri="{FF2B5EF4-FFF2-40B4-BE49-F238E27FC236}">
                  <a16:creationId xmlns:a16="http://schemas.microsoft.com/office/drawing/2014/main" id="{5BD07B40-2B3E-1BF2-5AF6-3F5644783355}"/>
                </a:ext>
              </a:extLst>
            </p:cNvPr>
            <p:cNvPicPr>
              <a:picLocks noChangeAspect="1"/>
            </p:cNvPicPr>
            <p:nvPr/>
          </p:nvPicPr>
          <p:blipFill>
            <a:blip r:embed="rId3"/>
            <a:stretch>
              <a:fillRect/>
            </a:stretch>
          </p:blipFill>
          <p:spPr>
            <a:xfrm>
              <a:off x="953706" y="656442"/>
              <a:ext cx="10278449" cy="1920406"/>
            </a:xfrm>
            <a:prstGeom prst="rect">
              <a:avLst/>
            </a:prstGeom>
          </p:spPr>
        </p:pic>
        <p:pic>
          <p:nvPicPr>
            <p:cNvPr id="39" name="Picture 38">
              <a:extLst>
                <a:ext uri="{FF2B5EF4-FFF2-40B4-BE49-F238E27FC236}">
                  <a16:creationId xmlns:a16="http://schemas.microsoft.com/office/drawing/2014/main" id="{1411751B-9A73-90F9-7B10-FAE30E1280CE}"/>
                </a:ext>
              </a:extLst>
            </p:cNvPr>
            <p:cNvPicPr>
              <a:picLocks noChangeAspect="1"/>
            </p:cNvPicPr>
            <p:nvPr/>
          </p:nvPicPr>
          <p:blipFill>
            <a:blip r:embed="rId4"/>
            <a:stretch>
              <a:fillRect/>
            </a:stretch>
          </p:blipFill>
          <p:spPr>
            <a:xfrm>
              <a:off x="11708762" y="656442"/>
              <a:ext cx="7414903" cy="1920406"/>
            </a:xfrm>
            <a:prstGeom prst="rect">
              <a:avLst/>
            </a:prstGeom>
          </p:spPr>
        </p:pic>
      </p:grpSp>
      <p:pic>
        <p:nvPicPr>
          <p:cNvPr id="42" name="Picture 41">
            <a:extLst>
              <a:ext uri="{FF2B5EF4-FFF2-40B4-BE49-F238E27FC236}">
                <a16:creationId xmlns:a16="http://schemas.microsoft.com/office/drawing/2014/main" id="{37522484-DDB8-CCD3-BCA6-DD93F909A629}"/>
              </a:ext>
            </a:extLst>
          </p:cNvPr>
          <p:cNvPicPr>
            <a:picLocks noChangeAspect="1"/>
          </p:cNvPicPr>
          <p:nvPr/>
        </p:nvPicPr>
        <p:blipFill>
          <a:blip r:embed="rId5"/>
          <a:srcRect l="6242" t="3195" r="5594" b="7488"/>
          <a:stretch>
            <a:fillRect/>
          </a:stretch>
        </p:blipFill>
        <p:spPr>
          <a:xfrm>
            <a:off x="7213498" y="10887360"/>
            <a:ext cx="6859027" cy="6859027"/>
          </a:xfrm>
          <a:prstGeom prst="ellipse">
            <a:avLst/>
          </a:prstGeom>
          <a:ln w="127000">
            <a:solidFill>
              <a:srgbClr val="EDA92E"/>
            </a:solidFill>
          </a:ln>
        </p:spPr>
      </p:pic>
      <p:sp>
        <p:nvSpPr>
          <p:cNvPr id="2" name="Rectangle 1">
            <a:extLst>
              <a:ext uri="{FF2B5EF4-FFF2-40B4-BE49-F238E27FC236}">
                <a16:creationId xmlns:a16="http://schemas.microsoft.com/office/drawing/2014/main" id="{0DA27653-16DC-0121-9017-E91BC4E8ED84}"/>
              </a:ext>
            </a:extLst>
          </p:cNvPr>
          <p:cNvSpPr/>
          <p:nvPr/>
        </p:nvSpPr>
        <p:spPr>
          <a:xfrm>
            <a:off x="620915" y="17949719"/>
            <a:ext cx="9662680" cy="7304426"/>
          </a:xfrm>
          <a:prstGeom prst="rect">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3D43B4A5-0BAF-FDAB-236A-CB4401B62182}"/>
              </a:ext>
            </a:extLst>
          </p:cNvPr>
          <p:cNvSpPr>
            <a:spLocks/>
          </p:cNvSpPr>
          <p:nvPr/>
        </p:nvSpPr>
        <p:spPr>
          <a:xfrm>
            <a:off x="807433" y="18131150"/>
            <a:ext cx="9289643" cy="6936088"/>
          </a:xfrm>
          <a:prstGeom prst="rect">
            <a:avLst/>
          </a:prstGeom>
          <a:noFill/>
          <a:ln w="127000">
            <a:solidFill>
              <a:srgbClr val="C56A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5AC0F913-DC23-8E37-900A-2E04E5150B2F}"/>
              </a:ext>
            </a:extLst>
          </p:cNvPr>
          <p:cNvSpPr txBox="1"/>
          <p:nvPr/>
        </p:nvSpPr>
        <p:spPr>
          <a:xfrm>
            <a:off x="989399" y="18241200"/>
            <a:ext cx="8920411" cy="7017306"/>
          </a:xfrm>
          <a:prstGeom prst="rect">
            <a:avLst/>
          </a:prstGeom>
          <a:noFill/>
        </p:spPr>
        <p:txBody>
          <a:bodyPr wrap="square" rtlCol="0">
            <a:spAutoFit/>
          </a:bodyPr>
          <a:lstStyle/>
          <a:p>
            <a:r>
              <a:rPr lang="en-GB" sz="4800" b="1" dirty="0"/>
              <a:t>OUR REACH AND SCALE</a:t>
            </a:r>
          </a:p>
          <a:p>
            <a:pPr algn="just"/>
            <a:r>
              <a:rPr lang="en-US" sz="2400" dirty="0">
                <a:latin typeface="Abadi" panose="020B0604020104020204" pitchFamily="34" charset="0"/>
              </a:rPr>
              <a:t>Our first-mover advantage, the identity we build within the territory, together with the economic and technological development our product brings and the support of local government, represent key factors that ensure the success of our business. We are the only providers of a complete motorsport experience in sub-Saharan Africa, making us the sole players capable of serving the vast and growing market of motorsport enthusiasts across the continent. Our headquarter is in Lusaka, the financial and legal hub of the country and its most densely populated region, ensuring the best possible strategic position for our operations. We cater to a broad range of social groups by offering diverse service levels and experiences at different price points, ensuring that everyone can feel included in the project. Our target audience includes professional and aspiring drivers, middle- to upper-income individuals, and motorsport fans with limited budgets who still want to enjoy the excitement of a race weekend.</a:t>
            </a:r>
          </a:p>
          <a:p>
            <a:pPr algn="just"/>
            <a:endParaRPr lang="en-US" dirty="0"/>
          </a:p>
        </p:txBody>
      </p:sp>
      <p:sp>
        <p:nvSpPr>
          <p:cNvPr id="10" name="Rectangle 9">
            <a:extLst>
              <a:ext uri="{FF2B5EF4-FFF2-40B4-BE49-F238E27FC236}">
                <a16:creationId xmlns:a16="http://schemas.microsoft.com/office/drawing/2014/main" id="{33881940-FAE4-C990-43D2-2BF13C5E54FA}"/>
              </a:ext>
            </a:extLst>
          </p:cNvPr>
          <p:cNvSpPr/>
          <p:nvPr/>
        </p:nvSpPr>
        <p:spPr>
          <a:xfrm>
            <a:off x="620915" y="25688414"/>
            <a:ext cx="20069985" cy="4096113"/>
          </a:xfrm>
          <a:prstGeom prst="rect">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78D50A17-11EA-9BB9-3D01-3F7279C47F5F}"/>
              </a:ext>
            </a:extLst>
          </p:cNvPr>
          <p:cNvSpPr>
            <a:spLocks/>
          </p:cNvSpPr>
          <p:nvPr/>
        </p:nvSpPr>
        <p:spPr>
          <a:xfrm>
            <a:off x="829870" y="25869845"/>
            <a:ext cx="19675108" cy="3733271"/>
          </a:xfrm>
          <a:prstGeom prst="rect">
            <a:avLst/>
          </a:prstGeom>
          <a:noFill/>
          <a:ln w="127000">
            <a:solidFill>
              <a:srgbClr val="C56A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C0958F04-0D36-053D-C8CF-B032A83AA3C5}"/>
              </a:ext>
            </a:extLst>
          </p:cNvPr>
          <p:cNvSpPr txBox="1"/>
          <p:nvPr/>
        </p:nvSpPr>
        <p:spPr>
          <a:xfrm>
            <a:off x="989399" y="26002076"/>
            <a:ext cx="12029190" cy="3416320"/>
          </a:xfrm>
          <a:prstGeom prst="rect">
            <a:avLst/>
          </a:prstGeom>
          <a:noFill/>
        </p:spPr>
        <p:txBody>
          <a:bodyPr wrap="square" rtlCol="0">
            <a:spAutoFit/>
          </a:bodyPr>
          <a:lstStyle/>
          <a:p>
            <a:r>
              <a:rPr lang="en-GB" sz="4800" b="1" dirty="0"/>
              <a:t>INVESTMENT ASK</a:t>
            </a:r>
          </a:p>
          <a:p>
            <a:pPr algn="just"/>
            <a:r>
              <a:rPr lang="en-US" sz="2400" dirty="0">
                <a:latin typeface="Abadi" panose="020B0604020104020204" pitchFamily="34" charset="0"/>
              </a:rPr>
              <a:t>We are raising £10 million to launch our business. Most of the investment will be allocated to the design and construction of the racetrack facilities, while the remaining funds will be divided among car development and production, marketing and communication activities, and human resources. In addition, part of the investment will cover operational costs during the first years of activity, ensuring a stable foundation until the business becomes profitable. The expected return on investment for investors is 7.56% after five years of operation.</a:t>
            </a:r>
            <a:endParaRPr lang="en-US" dirty="0">
              <a:latin typeface="Abadi" panose="020B0604020104020204" pitchFamily="34" charset="0"/>
            </a:endParaRPr>
          </a:p>
        </p:txBody>
      </p:sp>
      <p:graphicFrame>
        <p:nvGraphicFramePr>
          <p:cNvPr id="16" name="Chart 15">
            <a:extLst>
              <a:ext uri="{FF2B5EF4-FFF2-40B4-BE49-F238E27FC236}">
                <a16:creationId xmlns:a16="http://schemas.microsoft.com/office/drawing/2014/main" id="{2090702A-1244-1FE0-020F-C1A78D6A75C8}"/>
              </a:ext>
            </a:extLst>
          </p:cNvPr>
          <p:cNvGraphicFramePr>
            <a:graphicFrameLocks/>
          </p:cNvGraphicFramePr>
          <p:nvPr>
            <p:extLst>
              <p:ext uri="{D42A27DB-BD31-4B8C-83A1-F6EECF244321}">
                <p14:modId xmlns:p14="http://schemas.microsoft.com/office/powerpoint/2010/main" val="1336580993"/>
              </p:ext>
            </p:extLst>
          </p:nvPr>
        </p:nvGraphicFramePr>
        <p:xfrm>
          <a:off x="13132398" y="26002076"/>
          <a:ext cx="7145110" cy="3573625"/>
        </p:xfrm>
        <a:graphic>
          <a:graphicData uri="http://schemas.openxmlformats.org/drawingml/2006/chart">
            <c:chart xmlns:c="http://schemas.openxmlformats.org/drawingml/2006/chart" xmlns:r="http://schemas.openxmlformats.org/officeDocument/2006/relationships" r:id="rId6"/>
          </a:graphicData>
        </a:graphic>
      </p:graphicFrame>
      <p:sp>
        <p:nvSpPr>
          <p:cNvPr id="14" name="Rectangle 2">
            <a:extLst>
              <a:ext uri="{FF2B5EF4-FFF2-40B4-BE49-F238E27FC236}">
                <a16:creationId xmlns:a16="http://schemas.microsoft.com/office/drawing/2014/main" id="{54909790-05A2-D15A-E37A-2C41AF25D7F8}"/>
              </a:ext>
            </a:extLst>
          </p:cNvPr>
          <p:cNvSpPr/>
          <p:nvPr/>
        </p:nvSpPr>
        <p:spPr>
          <a:xfrm>
            <a:off x="11068705" y="17943774"/>
            <a:ext cx="9662680" cy="7304427"/>
          </a:xfrm>
          <a:prstGeom prst="rect">
            <a:avLst/>
          </a:prstGeom>
          <a:solidFill>
            <a:srgbClr val="EDA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15" name="Rectangle 3">
            <a:extLst>
              <a:ext uri="{FF2B5EF4-FFF2-40B4-BE49-F238E27FC236}">
                <a16:creationId xmlns:a16="http://schemas.microsoft.com/office/drawing/2014/main" id="{E8ED88F7-7944-D3D1-A629-D3A82A2FA851}"/>
              </a:ext>
            </a:extLst>
          </p:cNvPr>
          <p:cNvSpPr>
            <a:spLocks/>
          </p:cNvSpPr>
          <p:nvPr/>
        </p:nvSpPr>
        <p:spPr>
          <a:xfrm>
            <a:off x="11255971" y="18122432"/>
            <a:ext cx="9281351" cy="6936088"/>
          </a:xfrm>
          <a:prstGeom prst="rect">
            <a:avLst/>
          </a:prstGeom>
          <a:noFill/>
          <a:ln w="127000">
            <a:solidFill>
              <a:srgbClr val="C56A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19" name="TextBox 6">
            <a:extLst>
              <a:ext uri="{FF2B5EF4-FFF2-40B4-BE49-F238E27FC236}">
                <a16:creationId xmlns:a16="http://schemas.microsoft.com/office/drawing/2014/main" id="{B8F65834-3703-05C7-854A-63F36372DE33}"/>
              </a:ext>
            </a:extLst>
          </p:cNvPr>
          <p:cNvSpPr txBox="1"/>
          <p:nvPr/>
        </p:nvSpPr>
        <p:spPr>
          <a:xfrm>
            <a:off x="11281682" y="18201426"/>
            <a:ext cx="9229554" cy="83099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GB" sz="4800" b="1" dirty="0"/>
              <a:t>HOW WE SET OURSELVES APART</a:t>
            </a:r>
          </a:p>
        </p:txBody>
      </p:sp>
      <p:sp>
        <p:nvSpPr>
          <p:cNvPr id="27" name="文本框 13">
            <a:extLst>
              <a:ext uri="{FF2B5EF4-FFF2-40B4-BE49-F238E27FC236}">
                <a16:creationId xmlns:a16="http://schemas.microsoft.com/office/drawing/2014/main" id="{ACF89DA7-3BC6-7EA1-2EA3-CEC20E2F7F85}"/>
              </a:ext>
            </a:extLst>
          </p:cNvPr>
          <p:cNvSpPr txBox="1"/>
          <p:nvPr/>
        </p:nvSpPr>
        <p:spPr>
          <a:xfrm>
            <a:off x="11333153" y="19072069"/>
            <a:ext cx="4667236" cy="320087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GB" altLang="zh-CN" sz="2000" b="1" dirty="0">
                <a:latin typeface="Abadi" panose="020B0604020104020204" pitchFamily="34" charset="0"/>
              </a:rPr>
              <a:t>Roo</a:t>
            </a:r>
            <a:r>
              <a:rPr lang="en-US" altLang="zh-CN" sz="2000" b="1" dirty="0">
                <a:latin typeface="Abadi" panose="020B0604020104020204" pitchFamily="34" charset="0"/>
              </a:rPr>
              <a:t>ted in </a:t>
            </a:r>
            <a:r>
              <a:rPr lang="en-GB" altLang="zh-CN" sz="2000" b="1" dirty="0">
                <a:latin typeface="Abadi" panose="020B0604020104020204" pitchFamily="34" charset="0"/>
              </a:rPr>
              <a:t> community development, inclusivity and local identity. </a:t>
            </a:r>
          </a:p>
          <a:p>
            <a:pPr marL="342900" indent="-342900">
              <a:buFont typeface="Arial" panose="020B0604020202020204" pitchFamily="34" charset="0"/>
              <a:buChar char="•"/>
            </a:pPr>
            <a:r>
              <a:rPr lang="en-GB" altLang="zh-CN" sz="2000" b="1" dirty="0">
                <a:latin typeface="Abadi" panose="020B0604020104020204" pitchFamily="34" charset="0"/>
              </a:rPr>
              <a:t>Accessible for professionals and first-time drivers </a:t>
            </a:r>
          </a:p>
          <a:p>
            <a:pPr marL="342900" indent="-342900">
              <a:buFont typeface="Arial" panose="020B0604020202020204" pitchFamily="34" charset="0"/>
              <a:buChar char="•"/>
            </a:pPr>
            <a:r>
              <a:rPr lang="en-GB" altLang="zh-CN" sz="2000" b="1" dirty="0">
                <a:latin typeface="Abadi" panose="020B0604020104020204" pitchFamily="34" charset="0"/>
              </a:rPr>
              <a:t>Symbolic ticketing</a:t>
            </a:r>
          </a:p>
          <a:p>
            <a:pPr marL="342900" indent="-342900">
              <a:buFont typeface="Arial" panose="020B0604020202020204" pitchFamily="34" charset="0"/>
              <a:buChar char="•"/>
            </a:pPr>
            <a:r>
              <a:rPr lang="en-GB" altLang="zh-CN" sz="2000" b="1" dirty="0">
                <a:latin typeface="Abadi" panose="020B0604020104020204" pitchFamily="34" charset="0"/>
              </a:rPr>
              <a:t>Low-cost participation</a:t>
            </a:r>
          </a:p>
          <a:p>
            <a:pPr marL="342900" indent="-342900">
              <a:buFont typeface="Arial" panose="020B0604020202020204" pitchFamily="34" charset="0"/>
              <a:buChar char="•"/>
            </a:pPr>
            <a:r>
              <a:rPr lang="en-GB" altLang="zh-CN" sz="2000" b="1" dirty="0">
                <a:latin typeface="Abadi" panose="020B0604020104020204" pitchFamily="34" charset="0"/>
              </a:rPr>
              <a:t>A cultural and social platform rather than an exclusive sport</a:t>
            </a:r>
          </a:p>
          <a:p>
            <a:pPr algn="just"/>
            <a:r>
              <a:rPr lang="en-GB" altLang="zh-CN" sz="2400" dirty="0">
                <a:latin typeface="Abadi" panose="020B0604020104020204" pitchFamily="34" charset="0"/>
              </a:rPr>
              <a:t> </a:t>
            </a:r>
          </a:p>
          <a:p>
            <a:endParaRPr lang="zh-CN" altLang="en-US" dirty="0"/>
          </a:p>
        </p:txBody>
      </p:sp>
      <p:pic>
        <p:nvPicPr>
          <p:cNvPr id="28" name="图片 27">
            <a:extLst>
              <a:ext uri="{FF2B5EF4-FFF2-40B4-BE49-F238E27FC236}">
                <a16:creationId xmlns:a16="http://schemas.microsoft.com/office/drawing/2014/main" id="{AD7ED470-FF38-47AE-019E-29220B266A2E}"/>
              </a:ext>
            </a:extLst>
          </p:cNvPr>
          <p:cNvPicPr>
            <a:picLocks/>
          </p:cNvPicPr>
          <p:nvPr/>
        </p:nvPicPr>
        <p:blipFill>
          <a:blip r:embed="rId7"/>
          <a:srcRect l="3835" b="2214"/>
          <a:stretch>
            <a:fillRect/>
          </a:stretch>
        </p:blipFill>
        <p:spPr>
          <a:xfrm>
            <a:off x="16051859" y="19021166"/>
            <a:ext cx="4271369" cy="2585323"/>
          </a:xfrm>
          <a:prstGeom prst="rect">
            <a:avLst/>
          </a:prstGeom>
        </p:spPr>
      </p:pic>
      <p:sp>
        <p:nvSpPr>
          <p:cNvPr id="29" name="文本框 26">
            <a:extLst>
              <a:ext uri="{FF2B5EF4-FFF2-40B4-BE49-F238E27FC236}">
                <a16:creationId xmlns:a16="http://schemas.microsoft.com/office/drawing/2014/main" id="{14457099-9A83-619C-4D01-2ABF78337ABF}"/>
              </a:ext>
            </a:extLst>
          </p:cNvPr>
          <p:cNvSpPr txBox="1"/>
          <p:nvPr/>
        </p:nvSpPr>
        <p:spPr>
          <a:xfrm>
            <a:off x="11469691" y="22281362"/>
            <a:ext cx="8853537" cy="295465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en-GB" altLang="zh-CN" sz="2400" dirty="0">
                <a:latin typeface="Abadi" panose="020B0604020104020204" pitchFamily="34" charset="0"/>
              </a:rPr>
              <a:t>Our approach strengthens local engagement, attracts new talent, supports regional economic growth and gives Zambia ownership over its own motorsport ecosystem, making the community not just spectators, but true protagonists of the project. </a:t>
            </a:r>
            <a:r>
              <a:rPr lang="en-US" altLang="zh-CN" sz="2400" dirty="0">
                <a:latin typeface="Abadi" panose="020B0604020104020204" pitchFamily="34" charset="0"/>
              </a:rPr>
              <a:t>Ultimately, our vision is to create a long-lasting legacy that empowers future generations and transforms motorsport into a driver for positive social change.</a:t>
            </a:r>
            <a:endParaRPr lang="zh-CN" altLang="zh-CN" sz="2400" dirty="0">
              <a:latin typeface="Abadi" panose="020B0604020104020204" pitchFamily="34" charset="0"/>
            </a:endParaRPr>
          </a:p>
          <a:p>
            <a:endParaRPr lang="zh-CN" altLang="en-US" dirty="0"/>
          </a:p>
        </p:txBody>
      </p:sp>
      <p:sp>
        <p:nvSpPr>
          <p:cNvPr id="30" name="文本框 29">
            <a:extLst>
              <a:ext uri="{FF2B5EF4-FFF2-40B4-BE49-F238E27FC236}">
                <a16:creationId xmlns:a16="http://schemas.microsoft.com/office/drawing/2014/main" id="{AA755ABB-8F9C-033B-4628-95F647A7586B}"/>
              </a:ext>
            </a:extLst>
          </p:cNvPr>
          <p:cNvSpPr txBox="1"/>
          <p:nvPr/>
        </p:nvSpPr>
        <p:spPr>
          <a:xfrm>
            <a:off x="12164939" y="21708222"/>
            <a:ext cx="7670900" cy="523220"/>
          </a:xfrm>
          <a:prstGeom prst="rect">
            <a:avLst/>
          </a:prstGeom>
          <a:noFill/>
        </p:spPr>
        <p:txBody>
          <a:bodyPr wrap="square" rtlCol="0">
            <a:spAutoFit/>
          </a:bodyPr>
          <a:lstStyle/>
          <a:p>
            <a:r>
              <a:rPr lang="en-US" altLang="zh-CN" sz="2800" b="1" dirty="0">
                <a:latin typeface="Abadi" panose="020B0604020104020204" pitchFamily="34" charset="0"/>
              </a:rPr>
              <a:t>Authentic</a:t>
            </a:r>
            <a:r>
              <a:rPr lang="en-US" altLang="zh-CN" sz="2800" dirty="0">
                <a:latin typeface="Abadi" panose="020B0604020104020204" pitchFamily="34" charset="0"/>
              </a:rPr>
              <a:t> and </a:t>
            </a:r>
            <a:r>
              <a:rPr lang="en-US" altLang="zh-CN" sz="2800" b="1" dirty="0">
                <a:latin typeface="Abadi" panose="020B0604020104020204" pitchFamily="34" charset="0"/>
              </a:rPr>
              <a:t>Affordable</a:t>
            </a:r>
            <a:r>
              <a:rPr lang="en-US" altLang="zh-CN" sz="2800" dirty="0">
                <a:latin typeface="Abadi" panose="020B0604020104020204" pitchFamily="34" charset="0"/>
              </a:rPr>
              <a:t> are our key features!</a:t>
            </a:r>
            <a:endParaRPr lang="zh-CN" altLang="en-US" sz="2800" dirty="0">
              <a:latin typeface="Abadi" panose="020B0604020104020204" pitchFamily="34" charset="0"/>
            </a:endParaRPr>
          </a:p>
        </p:txBody>
      </p:sp>
      <p:sp>
        <p:nvSpPr>
          <p:cNvPr id="34" name="文本框 33">
            <a:extLst>
              <a:ext uri="{FF2B5EF4-FFF2-40B4-BE49-F238E27FC236}">
                <a16:creationId xmlns:a16="http://schemas.microsoft.com/office/drawing/2014/main" id="{C13EC8E5-5C21-DBA7-A82B-DC2A9953A44E}"/>
              </a:ext>
            </a:extLst>
          </p:cNvPr>
          <p:cNvSpPr txBox="1"/>
          <p:nvPr/>
        </p:nvSpPr>
        <p:spPr>
          <a:xfrm>
            <a:off x="944903" y="13228644"/>
            <a:ext cx="3385183" cy="3231654"/>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solidFill>
                  <a:srgbClr val="000000"/>
                </a:solidFill>
                <a:latin typeface="Abadi" panose="020B0604020104020204" pitchFamily="34" charset="0"/>
              </a:rPr>
              <a:t>Closed-wheel bodywork</a:t>
            </a:r>
            <a:endParaRPr lang="zh-CN" altLang="zh-CN" sz="2000" b="1" dirty="0">
              <a:solidFill>
                <a:srgbClr val="000000"/>
              </a:solidFill>
              <a:latin typeface="Abadi" panose="020B0604020104020204" pitchFamily="34" charset="0"/>
            </a:endParaRPr>
          </a:p>
          <a:p>
            <a:pPr marL="285750" indent="-285750">
              <a:buFont typeface="Arial" panose="020B0604020202020204" pitchFamily="34" charset="0"/>
              <a:buChar char="•"/>
            </a:pPr>
            <a:r>
              <a:rPr lang="en-US" altLang="zh-CN" sz="2000" b="1" dirty="0">
                <a:solidFill>
                  <a:srgbClr val="000000"/>
                </a:solidFill>
                <a:latin typeface="Abadi" panose="020B0604020104020204" pitchFamily="34" charset="0"/>
              </a:rPr>
              <a:t>Simple tubular frame </a:t>
            </a:r>
            <a:endParaRPr lang="zh-CN" altLang="zh-CN" sz="2000" b="1" dirty="0">
              <a:solidFill>
                <a:srgbClr val="000000"/>
              </a:solidFill>
              <a:latin typeface="Abadi" panose="020B0604020104020204" pitchFamily="34" charset="0"/>
            </a:endParaRPr>
          </a:p>
          <a:p>
            <a:pPr marL="285750" indent="-285750">
              <a:buFont typeface="Arial" panose="020B0604020202020204" pitchFamily="34" charset="0"/>
              <a:buChar char="•"/>
            </a:pPr>
            <a:r>
              <a:rPr lang="en-US" altLang="zh-CN" sz="2000" b="1" dirty="0">
                <a:solidFill>
                  <a:srgbClr val="000000"/>
                </a:solidFill>
                <a:latin typeface="Abadi" panose="020B0604020104020204" pitchFamily="34" charset="0"/>
              </a:rPr>
              <a:t>Plastic aero appendices </a:t>
            </a:r>
            <a:endParaRPr lang="zh-CN" altLang="zh-CN" sz="2000" b="1" dirty="0">
              <a:solidFill>
                <a:srgbClr val="000000"/>
              </a:solidFill>
              <a:latin typeface="Abadi" panose="020B0604020104020204" pitchFamily="34" charset="0"/>
            </a:endParaRPr>
          </a:p>
          <a:p>
            <a:pPr marL="285750" indent="-285750">
              <a:buFont typeface="Arial" panose="020B0604020202020204" pitchFamily="34" charset="0"/>
              <a:buChar char="•"/>
            </a:pPr>
            <a:r>
              <a:rPr lang="en-US" altLang="zh-CN" sz="2000" b="1" dirty="0">
                <a:solidFill>
                  <a:srgbClr val="000000"/>
                </a:solidFill>
                <a:latin typeface="Abadi" panose="020B0604020104020204" pitchFamily="34" charset="0"/>
              </a:rPr>
              <a:t>Recycled motorbike engine and gearbox</a:t>
            </a:r>
          </a:p>
          <a:p>
            <a:pPr marL="285750" indent="-285750">
              <a:buFont typeface="Arial" panose="020B0604020202020204" pitchFamily="34" charset="0"/>
              <a:buChar char="•"/>
            </a:pPr>
            <a:r>
              <a:rPr lang="en-US" altLang="zh-CN" sz="2000" b="1" dirty="0">
                <a:solidFill>
                  <a:srgbClr val="000000"/>
                </a:solidFill>
                <a:latin typeface="Abadi" panose="020B0604020104020204" pitchFamily="34" charset="0"/>
              </a:rPr>
              <a:t>Single seat variation for racing</a:t>
            </a:r>
          </a:p>
          <a:p>
            <a:pPr marL="285750" indent="-285750">
              <a:buFont typeface="Arial" panose="020B0604020202020204" pitchFamily="34" charset="0"/>
              <a:buChar char="•"/>
            </a:pPr>
            <a:r>
              <a:rPr lang="en-US" altLang="zh-CN" sz="2000" b="1" dirty="0">
                <a:solidFill>
                  <a:srgbClr val="000000"/>
                </a:solidFill>
                <a:latin typeface="Abadi" panose="020B0604020104020204" pitchFamily="34" charset="0"/>
              </a:rPr>
              <a:t>Double seat variation for training</a:t>
            </a:r>
            <a:endParaRPr lang="zh-CN" altLang="zh-CN" sz="2000" b="1" dirty="0">
              <a:solidFill>
                <a:srgbClr val="000000"/>
              </a:solidFill>
              <a:latin typeface="Abadi" panose="020B0604020104020204" pitchFamily="34" charset="0"/>
            </a:endParaRPr>
          </a:p>
          <a:p>
            <a:endParaRPr lang="zh-CN" altLang="en-US" sz="2400" dirty="0">
              <a:solidFill>
                <a:srgbClr val="000000"/>
              </a:solidFill>
              <a:latin typeface="Abadi" panose="020B0604020104020204" pitchFamily="34" charset="0"/>
            </a:endParaRPr>
          </a:p>
        </p:txBody>
      </p:sp>
      <p:sp>
        <p:nvSpPr>
          <p:cNvPr id="35" name="文本框 34">
            <a:extLst>
              <a:ext uri="{FF2B5EF4-FFF2-40B4-BE49-F238E27FC236}">
                <a16:creationId xmlns:a16="http://schemas.microsoft.com/office/drawing/2014/main" id="{661023D5-57C9-D1FD-8848-C73904508A8C}"/>
              </a:ext>
            </a:extLst>
          </p:cNvPr>
          <p:cNvSpPr txBox="1"/>
          <p:nvPr/>
        </p:nvSpPr>
        <p:spPr>
          <a:xfrm>
            <a:off x="989399" y="16000369"/>
            <a:ext cx="6681374" cy="1477328"/>
          </a:xfrm>
          <a:prstGeom prst="rect">
            <a:avLst/>
          </a:prstGeom>
          <a:noFill/>
        </p:spPr>
        <p:txBody>
          <a:bodyPr wrap="square" rtlCol="0">
            <a:spAutoFit/>
          </a:bodyPr>
          <a:lstStyle/>
          <a:p>
            <a:r>
              <a:rPr lang="en-US" altLang="zh-CN" sz="2400" dirty="0">
                <a:solidFill>
                  <a:srgbClr val="000000"/>
                </a:solidFill>
                <a:latin typeface="Abadi" panose="020B0604020104020204" pitchFamily="34" charset="0"/>
              </a:rPr>
              <a:t>This approach allows us to make motorsport more accessible while still delivering a reliable and engaging racing experience.</a:t>
            </a:r>
          </a:p>
          <a:p>
            <a:endParaRPr lang="zh-CN" altLang="en-US" dirty="0"/>
          </a:p>
        </p:txBody>
      </p:sp>
      <p:sp>
        <p:nvSpPr>
          <p:cNvPr id="41" name="矩形 40">
            <a:extLst>
              <a:ext uri="{FF2B5EF4-FFF2-40B4-BE49-F238E27FC236}">
                <a16:creationId xmlns:a16="http://schemas.microsoft.com/office/drawing/2014/main" id="{709046A7-D655-98D3-65F6-05DC1618A013}"/>
              </a:ext>
            </a:extLst>
          </p:cNvPr>
          <p:cNvSpPr/>
          <p:nvPr/>
        </p:nvSpPr>
        <p:spPr>
          <a:xfrm>
            <a:off x="4225880" y="13469494"/>
            <a:ext cx="2776576" cy="2475850"/>
          </a:xfrm>
          <a:prstGeom prst="rect">
            <a:avLst/>
          </a:prstGeom>
          <a:solidFill>
            <a:srgbClr val="C56A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3" name="图片 42" descr="图示&#10;&#10;AI 生成的内容可能不正确。">
            <a:extLst>
              <a:ext uri="{FF2B5EF4-FFF2-40B4-BE49-F238E27FC236}">
                <a16:creationId xmlns:a16="http://schemas.microsoft.com/office/drawing/2014/main" id="{A9033041-45C1-C320-E80B-CAFB9C9E5558}"/>
              </a:ext>
            </a:extLst>
          </p:cNvPr>
          <p:cNvPicPr>
            <a:picLocks/>
          </p:cNvPicPr>
          <p:nvPr/>
        </p:nvPicPr>
        <p:blipFill>
          <a:blip r:embed="rId8">
            <a:extLst>
              <a:ext uri="{28A0092B-C50C-407E-A947-70E740481C1C}">
                <a14:useLocalDpi xmlns:a14="http://schemas.microsoft.com/office/drawing/2010/main" val="0"/>
              </a:ext>
            </a:extLst>
          </a:blip>
          <a:srcRect l="19235" t="2208" r="14725" b="4299"/>
          <a:stretch>
            <a:fillRect/>
          </a:stretch>
        </p:blipFill>
        <p:spPr>
          <a:xfrm>
            <a:off x="4332982" y="13578957"/>
            <a:ext cx="2562372" cy="2256923"/>
          </a:xfrm>
          <a:prstGeom prst="rect">
            <a:avLst/>
          </a:prstGeom>
        </p:spPr>
      </p:pic>
    </p:spTree>
    <p:extLst>
      <p:ext uri="{BB962C8B-B14F-4D97-AF65-F5344CB8AC3E}">
        <p14:creationId xmlns:p14="http://schemas.microsoft.com/office/powerpoint/2010/main" val="248951602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1073</TotalTime>
  <Words>800</Words>
  <Application>Microsoft Office PowerPoint</Application>
  <PresentationFormat>自定义</PresentationFormat>
  <Paragraphs>38</Paragraphs>
  <Slides>1</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vt:i4>
      </vt:variant>
    </vt:vector>
  </HeadingPairs>
  <TitlesOfParts>
    <vt:vector size="6" baseType="lpstr">
      <vt:lpstr>Abadi</vt:lpstr>
      <vt:lpstr>Aptos</vt:lpstr>
      <vt:lpstr>Aptos Display</vt:lpstr>
      <vt:lpstr>Arial</vt:lpstr>
      <vt:lpstr>Office Theme</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FONSECA LORIS</dc:creator>
  <cp:lastModifiedBy>Zirui Wang</cp:lastModifiedBy>
  <cp:revision>45</cp:revision>
  <dcterms:created xsi:type="dcterms:W3CDTF">2025-11-21T17:18:54Z</dcterms:created>
  <dcterms:modified xsi:type="dcterms:W3CDTF">2025-11-28T12:38:48Z</dcterms:modified>
</cp:coreProperties>
</file>